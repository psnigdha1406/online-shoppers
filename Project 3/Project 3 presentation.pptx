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58" r:id="rId4"/>
    <p:sldId id="262" r:id="rId5"/>
    <p:sldId id="263" r:id="rId6"/>
    <p:sldId id="264" r:id="rId7"/>
    <p:sldId id="265" r:id="rId8"/>
    <p:sldId id="259" r:id="rId9"/>
    <p:sldId id="261" r:id="rId10"/>
    <p:sldId id="26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E7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a124bbeda28052f0" providerId="LiveId" clId="{18478D37-85D4-49CF-9548-0870445B2EC3}"/>
    <pc:docChg chg="undo custSel addSld modSld">
      <pc:chgData name="" userId="a124bbeda28052f0" providerId="LiveId" clId="{18478D37-85D4-49CF-9548-0870445B2EC3}" dt="2023-01-20T17:10:31.346" v="672" actId="27636"/>
      <pc:docMkLst>
        <pc:docMk/>
      </pc:docMkLst>
      <pc:sldChg chg="modSp">
        <pc:chgData name="" userId="a124bbeda28052f0" providerId="LiveId" clId="{18478D37-85D4-49CF-9548-0870445B2EC3}" dt="2023-01-20T13:17:15.858" v="667" actId="207"/>
        <pc:sldMkLst>
          <pc:docMk/>
          <pc:sldMk cId="1098767430" sldId="256"/>
        </pc:sldMkLst>
        <pc:spChg chg="mod">
          <ac:chgData name="" userId="a124bbeda28052f0" providerId="LiveId" clId="{18478D37-85D4-49CF-9548-0870445B2EC3}" dt="2023-01-20T13:17:15.858" v="667" actId="207"/>
          <ac:spMkLst>
            <pc:docMk/>
            <pc:sldMk cId="1098767430" sldId="256"/>
            <ac:spMk id="4" creationId="{054F1AB5-AE0F-4868-9B6E-F81775F3E09C}"/>
          </ac:spMkLst>
        </pc:spChg>
      </pc:sldChg>
      <pc:sldChg chg="modSp">
        <pc:chgData name="" userId="a124bbeda28052f0" providerId="LiveId" clId="{18478D37-85D4-49CF-9548-0870445B2EC3}" dt="2023-01-20T13:04:36.110" v="270" actId="20577"/>
        <pc:sldMkLst>
          <pc:docMk/>
          <pc:sldMk cId="418377012" sldId="257"/>
        </pc:sldMkLst>
        <pc:spChg chg="mod">
          <ac:chgData name="" userId="a124bbeda28052f0" providerId="LiveId" clId="{18478D37-85D4-49CF-9548-0870445B2EC3}" dt="2023-01-20T13:04:36.110" v="270" actId="20577"/>
          <ac:spMkLst>
            <pc:docMk/>
            <pc:sldMk cId="418377012" sldId="257"/>
            <ac:spMk id="3" creationId="{522D56E9-BB9D-4819-A633-C357DD28CE05}"/>
          </ac:spMkLst>
        </pc:spChg>
      </pc:sldChg>
      <pc:sldChg chg="addSp delSp modSp">
        <pc:chgData name="" userId="a124bbeda28052f0" providerId="LiveId" clId="{18478D37-85D4-49CF-9548-0870445B2EC3}" dt="2023-01-20T13:08:55.090" v="375" actId="27636"/>
        <pc:sldMkLst>
          <pc:docMk/>
          <pc:sldMk cId="2621356450" sldId="258"/>
        </pc:sldMkLst>
        <pc:spChg chg="del mod">
          <ac:chgData name="" userId="a124bbeda28052f0" providerId="LiveId" clId="{18478D37-85D4-49CF-9548-0870445B2EC3}" dt="2023-01-20T13:05:06.358" v="273"/>
          <ac:spMkLst>
            <pc:docMk/>
            <pc:sldMk cId="2621356450" sldId="258"/>
            <ac:spMk id="3" creationId="{F1AC8E11-4D5D-43F8-A69B-C7660FA76D8B}"/>
          </ac:spMkLst>
        </pc:spChg>
        <pc:spChg chg="del">
          <ac:chgData name="" userId="a124bbeda28052f0" providerId="LiveId" clId="{18478D37-85D4-49CF-9548-0870445B2EC3}" dt="2023-01-20T13:06:13.682" v="276" actId="478"/>
          <ac:spMkLst>
            <pc:docMk/>
            <pc:sldMk cId="2621356450" sldId="258"/>
            <ac:spMk id="4" creationId="{DED092B9-BD32-4A43-8860-3052C52FD3D7}"/>
          </ac:spMkLst>
        </pc:spChg>
        <pc:spChg chg="add mod">
          <ac:chgData name="" userId="a124bbeda28052f0" providerId="LiveId" clId="{18478D37-85D4-49CF-9548-0870445B2EC3}" dt="2023-01-20T13:08:55.090" v="375" actId="27636"/>
          <ac:spMkLst>
            <pc:docMk/>
            <pc:sldMk cId="2621356450" sldId="258"/>
            <ac:spMk id="6" creationId="{70292E6A-3398-43D5-954F-66EAA4793B22}"/>
          </ac:spMkLst>
        </pc:spChg>
        <pc:spChg chg="add mod">
          <ac:chgData name="" userId="a124bbeda28052f0" providerId="LiveId" clId="{18478D37-85D4-49CF-9548-0870445B2EC3}" dt="2023-01-20T13:07:15.236" v="311" actId="113"/>
          <ac:spMkLst>
            <pc:docMk/>
            <pc:sldMk cId="2621356450" sldId="258"/>
            <ac:spMk id="7" creationId="{993AB962-1090-4025-9E0D-8AF134FD2785}"/>
          </ac:spMkLst>
        </pc:spChg>
        <pc:graphicFrameChg chg="add del mod modGraphic">
          <ac:chgData name="" userId="a124bbeda28052f0" providerId="LiveId" clId="{18478D37-85D4-49CF-9548-0870445B2EC3}" dt="2023-01-20T13:06:13.682" v="276" actId="478"/>
          <ac:graphicFrameMkLst>
            <pc:docMk/>
            <pc:sldMk cId="2621356450" sldId="258"/>
            <ac:graphicFrameMk id="2" creationId="{8E0E4684-C4A6-4B1F-8991-E0D6D9C3B03B}"/>
          </ac:graphicFrameMkLst>
        </pc:graphicFrameChg>
      </pc:sldChg>
      <pc:sldChg chg="modSp">
        <pc:chgData name="" userId="a124bbeda28052f0" providerId="LiveId" clId="{18478D37-85D4-49CF-9548-0870445B2EC3}" dt="2023-01-20T13:13:27.773" v="477" actId="20577"/>
        <pc:sldMkLst>
          <pc:docMk/>
          <pc:sldMk cId="2605858040" sldId="259"/>
        </pc:sldMkLst>
        <pc:spChg chg="mod">
          <ac:chgData name="" userId="a124bbeda28052f0" providerId="LiveId" clId="{18478D37-85D4-49CF-9548-0870445B2EC3}" dt="2023-01-20T13:13:27.773" v="477" actId="20577"/>
          <ac:spMkLst>
            <pc:docMk/>
            <pc:sldMk cId="2605858040" sldId="259"/>
            <ac:spMk id="3" creationId="{F3875422-E998-453D-815B-45667402FB11}"/>
          </ac:spMkLst>
        </pc:spChg>
      </pc:sldChg>
      <pc:sldChg chg="modSp">
        <pc:chgData name="" userId="a124bbeda28052f0" providerId="LiveId" clId="{18478D37-85D4-49CF-9548-0870445B2EC3}" dt="2023-01-20T17:10:31.346" v="672" actId="27636"/>
        <pc:sldMkLst>
          <pc:docMk/>
          <pc:sldMk cId="1939313931" sldId="260"/>
        </pc:sldMkLst>
        <pc:spChg chg="mod">
          <ac:chgData name="" userId="a124bbeda28052f0" providerId="LiveId" clId="{18478D37-85D4-49CF-9548-0870445B2EC3}" dt="2023-01-20T17:10:31.346" v="672" actId="27636"/>
          <ac:spMkLst>
            <pc:docMk/>
            <pc:sldMk cId="1939313931" sldId="260"/>
            <ac:spMk id="3" creationId="{E4D02A31-33C1-43FC-BAD6-AC4E642E6DBA}"/>
          </ac:spMkLst>
        </pc:spChg>
      </pc:sldChg>
      <pc:sldChg chg="addSp delSp modSp">
        <pc:chgData name="" userId="a124bbeda28052f0" providerId="LiveId" clId="{18478D37-85D4-49CF-9548-0870445B2EC3}" dt="2023-01-20T13:14:26.725" v="486" actId="14734"/>
        <pc:sldMkLst>
          <pc:docMk/>
          <pc:sldMk cId="3809078132" sldId="261"/>
        </pc:sldMkLst>
        <pc:spChg chg="add del mod">
          <ac:chgData name="" userId="a124bbeda28052f0" providerId="LiveId" clId="{18478D37-85D4-49CF-9548-0870445B2EC3}" dt="2023-01-20T13:13:58.678" v="480"/>
          <ac:spMkLst>
            <pc:docMk/>
            <pc:sldMk cId="3809078132" sldId="261"/>
            <ac:spMk id="5" creationId="{B152ABAE-AA62-4718-82B9-C81A9E01873A}"/>
          </ac:spMkLst>
        </pc:spChg>
        <pc:graphicFrameChg chg="del modGraphic">
          <ac:chgData name="" userId="a124bbeda28052f0" providerId="LiveId" clId="{18478D37-85D4-49CF-9548-0870445B2EC3}" dt="2023-01-20T13:13:39.853" v="479" actId="478"/>
          <ac:graphicFrameMkLst>
            <pc:docMk/>
            <pc:sldMk cId="3809078132" sldId="261"/>
            <ac:graphicFrameMk id="4" creationId="{93C88E76-8230-428F-B815-EC26B299BFE5}"/>
          </ac:graphicFrameMkLst>
        </pc:graphicFrameChg>
        <pc:graphicFrameChg chg="add mod modGraphic">
          <ac:chgData name="" userId="a124bbeda28052f0" providerId="LiveId" clId="{18478D37-85D4-49CF-9548-0870445B2EC3}" dt="2023-01-20T13:14:26.725" v="486" actId="14734"/>
          <ac:graphicFrameMkLst>
            <pc:docMk/>
            <pc:sldMk cId="3809078132" sldId="261"/>
            <ac:graphicFrameMk id="6" creationId="{C06E9E4C-CDE7-4690-9034-BD6E552A7805}"/>
          </ac:graphicFrameMkLst>
        </pc:graphicFrameChg>
      </pc:sldChg>
      <pc:sldChg chg="modSp add">
        <pc:chgData name="" userId="a124bbeda28052f0" providerId="LiveId" clId="{18478D37-85D4-49CF-9548-0870445B2EC3}" dt="2023-01-20T13:10:15.660" v="415" actId="14100"/>
        <pc:sldMkLst>
          <pc:docMk/>
          <pc:sldMk cId="2078165261" sldId="262"/>
        </pc:sldMkLst>
        <pc:spChg chg="mod">
          <ac:chgData name="" userId="a124bbeda28052f0" providerId="LiveId" clId="{18478D37-85D4-49CF-9548-0870445B2EC3}" dt="2023-01-20T13:09:10.621" v="393" actId="113"/>
          <ac:spMkLst>
            <pc:docMk/>
            <pc:sldMk cId="2078165261" sldId="262"/>
            <ac:spMk id="2" creationId="{0D740033-0036-46BB-9D53-339E3E8D3468}"/>
          </ac:spMkLst>
        </pc:spChg>
        <pc:spChg chg="mod">
          <ac:chgData name="" userId="a124bbeda28052f0" providerId="LiveId" clId="{18478D37-85D4-49CF-9548-0870445B2EC3}" dt="2023-01-20T13:10:15.660" v="415" actId="14100"/>
          <ac:spMkLst>
            <pc:docMk/>
            <pc:sldMk cId="2078165261" sldId="262"/>
            <ac:spMk id="3" creationId="{6A6607D2-BE9F-489B-BCE3-ED39B1825925}"/>
          </ac:spMkLst>
        </pc:spChg>
      </pc:sldChg>
      <pc:sldChg chg="modSp add">
        <pc:chgData name="" userId="a124bbeda28052f0" providerId="LiveId" clId="{18478D37-85D4-49CF-9548-0870445B2EC3}" dt="2023-01-20T13:11:25.487" v="443" actId="20577"/>
        <pc:sldMkLst>
          <pc:docMk/>
          <pc:sldMk cId="2564046485" sldId="263"/>
        </pc:sldMkLst>
        <pc:spChg chg="mod">
          <ac:chgData name="" userId="a124bbeda28052f0" providerId="LiveId" clId="{18478D37-85D4-49CF-9548-0870445B2EC3}" dt="2023-01-20T13:10:26.856" v="433" actId="122"/>
          <ac:spMkLst>
            <pc:docMk/>
            <pc:sldMk cId="2564046485" sldId="263"/>
            <ac:spMk id="2" creationId="{EBF1FD28-59A1-46D0-8707-D2C51AA33387}"/>
          </ac:spMkLst>
        </pc:spChg>
        <pc:spChg chg="mod">
          <ac:chgData name="" userId="a124bbeda28052f0" providerId="LiveId" clId="{18478D37-85D4-49CF-9548-0870445B2EC3}" dt="2023-01-20T13:11:25.487" v="443" actId="20577"/>
          <ac:spMkLst>
            <pc:docMk/>
            <pc:sldMk cId="2564046485" sldId="263"/>
            <ac:spMk id="3" creationId="{8117E619-CF62-4AF2-BA09-0A3E8D4E5462}"/>
          </ac:spMkLst>
        </pc:spChg>
      </pc:sldChg>
      <pc:sldChg chg="addSp delSp modSp add">
        <pc:chgData name="" userId="a124bbeda28052f0" providerId="LiveId" clId="{18478D37-85D4-49CF-9548-0870445B2EC3}" dt="2023-01-20T13:12:30.600" v="464" actId="20577"/>
        <pc:sldMkLst>
          <pc:docMk/>
          <pc:sldMk cId="600709817" sldId="264"/>
        </pc:sldMkLst>
        <pc:spChg chg="del">
          <ac:chgData name="" userId="a124bbeda28052f0" providerId="LiveId" clId="{18478D37-85D4-49CF-9548-0870445B2EC3}" dt="2023-01-20T13:11:39.148" v="445"/>
          <ac:spMkLst>
            <pc:docMk/>
            <pc:sldMk cId="600709817" sldId="264"/>
            <ac:spMk id="2" creationId="{CA2992E6-6C1A-45F7-99A8-AB28C7D93C04}"/>
          </ac:spMkLst>
        </pc:spChg>
        <pc:spChg chg="mod">
          <ac:chgData name="" userId="a124bbeda28052f0" providerId="LiveId" clId="{18478D37-85D4-49CF-9548-0870445B2EC3}" dt="2023-01-20T13:12:30.600" v="464" actId="20577"/>
          <ac:spMkLst>
            <pc:docMk/>
            <pc:sldMk cId="600709817" sldId="264"/>
            <ac:spMk id="3" creationId="{FB32EC0E-C624-4097-A8A9-EE4EA8C17FC9}"/>
          </ac:spMkLst>
        </pc:spChg>
        <pc:spChg chg="add">
          <ac:chgData name="" userId="a124bbeda28052f0" providerId="LiveId" clId="{18478D37-85D4-49CF-9548-0870445B2EC3}" dt="2023-01-20T13:11:39.148" v="445"/>
          <ac:spMkLst>
            <pc:docMk/>
            <pc:sldMk cId="600709817" sldId="264"/>
            <ac:spMk id="4" creationId="{BA9784DD-4D72-49D8-9B1C-65E56452D6C3}"/>
          </ac:spMkLst>
        </pc:spChg>
      </pc:sldChg>
      <pc:sldChg chg="addSp delSp modSp add">
        <pc:chgData name="" userId="a124bbeda28052f0" providerId="LiveId" clId="{18478D37-85D4-49CF-9548-0870445B2EC3}" dt="2023-01-20T13:12:58.762" v="467"/>
        <pc:sldMkLst>
          <pc:docMk/>
          <pc:sldMk cId="4057366714" sldId="265"/>
        </pc:sldMkLst>
        <pc:spChg chg="del">
          <ac:chgData name="" userId="a124bbeda28052f0" providerId="LiveId" clId="{18478D37-85D4-49CF-9548-0870445B2EC3}" dt="2023-01-20T13:12:58.762" v="467"/>
          <ac:spMkLst>
            <pc:docMk/>
            <pc:sldMk cId="4057366714" sldId="265"/>
            <ac:spMk id="2" creationId="{2D071255-865D-4453-A19B-7AB07713D811}"/>
          </ac:spMkLst>
        </pc:spChg>
        <pc:spChg chg="mod">
          <ac:chgData name="" userId="a124bbeda28052f0" providerId="LiveId" clId="{18478D37-85D4-49CF-9548-0870445B2EC3}" dt="2023-01-20T13:12:50.675" v="466"/>
          <ac:spMkLst>
            <pc:docMk/>
            <pc:sldMk cId="4057366714" sldId="265"/>
            <ac:spMk id="3" creationId="{E9070F57-91BF-4878-B7FE-7AB5C4838B03}"/>
          </ac:spMkLst>
        </pc:spChg>
        <pc:spChg chg="add">
          <ac:chgData name="" userId="a124bbeda28052f0" providerId="LiveId" clId="{18478D37-85D4-49CF-9548-0870445B2EC3}" dt="2023-01-20T13:12:58.762" v="467"/>
          <ac:spMkLst>
            <pc:docMk/>
            <pc:sldMk cId="4057366714" sldId="265"/>
            <ac:spMk id="4" creationId="{9AE0D11E-E927-42D2-BF81-A88C1167AAC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C1B42-6964-45BC-ACE7-224B4A6CDA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A9882FE-BB64-4848-A9C2-B38E9792AA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3B6CAF1-39A1-4D98-AB70-5D57DEE06331}"/>
              </a:ext>
            </a:extLst>
          </p:cNvPr>
          <p:cNvSpPr>
            <a:spLocks noGrp="1"/>
          </p:cNvSpPr>
          <p:nvPr>
            <p:ph type="dt" sz="half" idx="10"/>
          </p:nvPr>
        </p:nvSpPr>
        <p:spPr/>
        <p:txBody>
          <a:bodyPr/>
          <a:lstStyle/>
          <a:p>
            <a:fld id="{E362A81A-3438-4E59-A452-6F8027DDB35C}" type="datetimeFigureOut">
              <a:rPr lang="en-IN" smtClean="0"/>
              <a:t>20-01-2023</a:t>
            </a:fld>
            <a:endParaRPr lang="en-IN"/>
          </a:p>
        </p:txBody>
      </p:sp>
      <p:sp>
        <p:nvSpPr>
          <p:cNvPr id="5" name="Footer Placeholder 4">
            <a:extLst>
              <a:ext uri="{FF2B5EF4-FFF2-40B4-BE49-F238E27FC236}">
                <a16:creationId xmlns:a16="http://schemas.microsoft.com/office/drawing/2014/main" id="{E034B585-9BEC-4840-AC50-F3D8F35FB1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D38871-0E9B-40BF-97E0-7B1BAF7CB6BD}"/>
              </a:ext>
            </a:extLst>
          </p:cNvPr>
          <p:cNvSpPr>
            <a:spLocks noGrp="1"/>
          </p:cNvSpPr>
          <p:nvPr>
            <p:ph type="sldNum" sz="quarter" idx="12"/>
          </p:nvPr>
        </p:nvSpPr>
        <p:spPr/>
        <p:txBody>
          <a:bodyPr/>
          <a:lstStyle/>
          <a:p>
            <a:fld id="{51BD9913-18C0-43BD-9D62-CBD9AF1A5C45}" type="slidenum">
              <a:rPr lang="en-IN" smtClean="0"/>
              <a:t>‹#›</a:t>
            </a:fld>
            <a:endParaRPr lang="en-IN"/>
          </a:p>
        </p:txBody>
      </p:sp>
    </p:spTree>
    <p:extLst>
      <p:ext uri="{BB962C8B-B14F-4D97-AF65-F5344CB8AC3E}">
        <p14:creationId xmlns:p14="http://schemas.microsoft.com/office/powerpoint/2010/main" val="4235708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5CB0C-EE19-4045-B939-2CB5BFAEB7C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7BC1F02-BD61-4204-AE69-4CA7E011F49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3C3104-56F2-49DF-8527-7F36F9369BCD}"/>
              </a:ext>
            </a:extLst>
          </p:cNvPr>
          <p:cNvSpPr>
            <a:spLocks noGrp="1"/>
          </p:cNvSpPr>
          <p:nvPr>
            <p:ph type="dt" sz="half" idx="10"/>
          </p:nvPr>
        </p:nvSpPr>
        <p:spPr/>
        <p:txBody>
          <a:bodyPr/>
          <a:lstStyle/>
          <a:p>
            <a:fld id="{E362A81A-3438-4E59-A452-6F8027DDB35C}" type="datetimeFigureOut">
              <a:rPr lang="en-IN" smtClean="0"/>
              <a:t>20-01-2023</a:t>
            </a:fld>
            <a:endParaRPr lang="en-IN"/>
          </a:p>
        </p:txBody>
      </p:sp>
      <p:sp>
        <p:nvSpPr>
          <p:cNvPr id="5" name="Footer Placeholder 4">
            <a:extLst>
              <a:ext uri="{FF2B5EF4-FFF2-40B4-BE49-F238E27FC236}">
                <a16:creationId xmlns:a16="http://schemas.microsoft.com/office/drawing/2014/main" id="{2FC25967-F485-4B48-A114-F25F0AD42C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07CFCE-7CAB-4F62-91BD-34D7F8D866D2}"/>
              </a:ext>
            </a:extLst>
          </p:cNvPr>
          <p:cNvSpPr>
            <a:spLocks noGrp="1"/>
          </p:cNvSpPr>
          <p:nvPr>
            <p:ph type="sldNum" sz="quarter" idx="12"/>
          </p:nvPr>
        </p:nvSpPr>
        <p:spPr/>
        <p:txBody>
          <a:bodyPr/>
          <a:lstStyle/>
          <a:p>
            <a:fld id="{51BD9913-18C0-43BD-9D62-CBD9AF1A5C45}" type="slidenum">
              <a:rPr lang="en-IN" smtClean="0"/>
              <a:t>‹#›</a:t>
            </a:fld>
            <a:endParaRPr lang="en-IN"/>
          </a:p>
        </p:txBody>
      </p:sp>
    </p:spTree>
    <p:extLst>
      <p:ext uri="{BB962C8B-B14F-4D97-AF65-F5344CB8AC3E}">
        <p14:creationId xmlns:p14="http://schemas.microsoft.com/office/powerpoint/2010/main" val="3777924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487E4-A4E5-4399-B8FD-4CC4CAC355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FAAEAA0-7EA7-4088-9AAE-01489DA530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ABDF114D-B5CE-4CBD-817A-94AF04936469}"/>
              </a:ext>
            </a:extLst>
          </p:cNvPr>
          <p:cNvSpPr>
            <a:spLocks noGrp="1"/>
          </p:cNvSpPr>
          <p:nvPr>
            <p:ph type="dt" sz="half" idx="10"/>
          </p:nvPr>
        </p:nvSpPr>
        <p:spPr/>
        <p:txBody>
          <a:bodyPr/>
          <a:lstStyle/>
          <a:p>
            <a:fld id="{E362A81A-3438-4E59-A452-6F8027DDB35C}" type="datetimeFigureOut">
              <a:rPr lang="en-IN" smtClean="0"/>
              <a:t>20-01-2023</a:t>
            </a:fld>
            <a:endParaRPr lang="en-IN"/>
          </a:p>
        </p:txBody>
      </p:sp>
      <p:sp>
        <p:nvSpPr>
          <p:cNvPr id="5" name="Footer Placeholder 4">
            <a:extLst>
              <a:ext uri="{FF2B5EF4-FFF2-40B4-BE49-F238E27FC236}">
                <a16:creationId xmlns:a16="http://schemas.microsoft.com/office/drawing/2014/main" id="{F06B4D36-63DA-44F9-8921-4A36CBF94A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72564C-F887-4B83-8D9D-B836645CDBF9}"/>
              </a:ext>
            </a:extLst>
          </p:cNvPr>
          <p:cNvSpPr>
            <a:spLocks noGrp="1"/>
          </p:cNvSpPr>
          <p:nvPr>
            <p:ph type="sldNum" sz="quarter" idx="12"/>
          </p:nvPr>
        </p:nvSpPr>
        <p:spPr/>
        <p:txBody>
          <a:bodyPr/>
          <a:lstStyle/>
          <a:p>
            <a:fld id="{51BD9913-18C0-43BD-9D62-CBD9AF1A5C45}" type="slidenum">
              <a:rPr lang="en-IN" smtClean="0"/>
              <a:t>‹#›</a:t>
            </a:fld>
            <a:endParaRPr lang="en-IN"/>
          </a:p>
        </p:txBody>
      </p:sp>
    </p:spTree>
    <p:extLst>
      <p:ext uri="{BB962C8B-B14F-4D97-AF65-F5344CB8AC3E}">
        <p14:creationId xmlns:p14="http://schemas.microsoft.com/office/powerpoint/2010/main" val="1546994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F05F0-8D1F-4264-84B8-C2685C2188A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A650F51-A187-4A13-BA64-3E402849E12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8B52588-5A20-44DF-BC3C-0EC5CCEA60B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B0DE0F6-EB4D-427C-8AEC-40D4BF3BA03C}"/>
              </a:ext>
            </a:extLst>
          </p:cNvPr>
          <p:cNvSpPr>
            <a:spLocks noGrp="1"/>
          </p:cNvSpPr>
          <p:nvPr>
            <p:ph type="dt" sz="half" idx="10"/>
          </p:nvPr>
        </p:nvSpPr>
        <p:spPr/>
        <p:txBody>
          <a:bodyPr/>
          <a:lstStyle/>
          <a:p>
            <a:fld id="{E362A81A-3438-4E59-A452-6F8027DDB35C}" type="datetimeFigureOut">
              <a:rPr lang="en-IN" smtClean="0"/>
              <a:t>20-01-2023</a:t>
            </a:fld>
            <a:endParaRPr lang="en-IN"/>
          </a:p>
        </p:txBody>
      </p:sp>
      <p:sp>
        <p:nvSpPr>
          <p:cNvPr id="6" name="Footer Placeholder 5">
            <a:extLst>
              <a:ext uri="{FF2B5EF4-FFF2-40B4-BE49-F238E27FC236}">
                <a16:creationId xmlns:a16="http://schemas.microsoft.com/office/drawing/2014/main" id="{A95AB00C-BC4A-4380-AAFA-FA6780A0983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852011A-C983-4D76-9C2C-5052C8832707}"/>
              </a:ext>
            </a:extLst>
          </p:cNvPr>
          <p:cNvSpPr>
            <a:spLocks noGrp="1"/>
          </p:cNvSpPr>
          <p:nvPr>
            <p:ph type="sldNum" sz="quarter" idx="12"/>
          </p:nvPr>
        </p:nvSpPr>
        <p:spPr/>
        <p:txBody>
          <a:bodyPr/>
          <a:lstStyle/>
          <a:p>
            <a:fld id="{51BD9913-18C0-43BD-9D62-CBD9AF1A5C45}" type="slidenum">
              <a:rPr lang="en-IN" smtClean="0"/>
              <a:t>‹#›</a:t>
            </a:fld>
            <a:endParaRPr lang="en-IN"/>
          </a:p>
        </p:txBody>
      </p:sp>
    </p:spTree>
    <p:extLst>
      <p:ext uri="{BB962C8B-B14F-4D97-AF65-F5344CB8AC3E}">
        <p14:creationId xmlns:p14="http://schemas.microsoft.com/office/powerpoint/2010/main" val="2122866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123E5-9BCE-4CEF-8FD6-C7FA92A3E58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FBD3BBB-E913-466F-B2FC-99B3A6DC45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2CA959C-2A61-467A-8217-069D8A69586C}"/>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75C7110-4025-41D9-A1A5-2482157D10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9B2D853A-D994-4836-AE5C-50192A7FF61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9244552-65F5-4A2C-83C1-422775D28A89}"/>
              </a:ext>
            </a:extLst>
          </p:cNvPr>
          <p:cNvSpPr>
            <a:spLocks noGrp="1"/>
          </p:cNvSpPr>
          <p:nvPr>
            <p:ph type="dt" sz="half" idx="10"/>
          </p:nvPr>
        </p:nvSpPr>
        <p:spPr/>
        <p:txBody>
          <a:bodyPr/>
          <a:lstStyle/>
          <a:p>
            <a:fld id="{E362A81A-3438-4E59-A452-6F8027DDB35C}" type="datetimeFigureOut">
              <a:rPr lang="en-IN" smtClean="0"/>
              <a:t>20-01-2023</a:t>
            </a:fld>
            <a:endParaRPr lang="en-IN"/>
          </a:p>
        </p:txBody>
      </p:sp>
      <p:sp>
        <p:nvSpPr>
          <p:cNvPr id="8" name="Footer Placeholder 7">
            <a:extLst>
              <a:ext uri="{FF2B5EF4-FFF2-40B4-BE49-F238E27FC236}">
                <a16:creationId xmlns:a16="http://schemas.microsoft.com/office/drawing/2014/main" id="{DCAD617E-A94D-4689-86C3-8E2ACDF44DE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BDF02D4-7FD6-4CEF-AE6C-EF411F072815}"/>
              </a:ext>
            </a:extLst>
          </p:cNvPr>
          <p:cNvSpPr>
            <a:spLocks noGrp="1"/>
          </p:cNvSpPr>
          <p:nvPr>
            <p:ph type="sldNum" sz="quarter" idx="12"/>
          </p:nvPr>
        </p:nvSpPr>
        <p:spPr/>
        <p:txBody>
          <a:bodyPr/>
          <a:lstStyle/>
          <a:p>
            <a:fld id="{51BD9913-18C0-43BD-9D62-CBD9AF1A5C45}" type="slidenum">
              <a:rPr lang="en-IN" smtClean="0"/>
              <a:t>‹#›</a:t>
            </a:fld>
            <a:endParaRPr lang="en-IN"/>
          </a:p>
        </p:txBody>
      </p:sp>
    </p:spTree>
    <p:extLst>
      <p:ext uri="{BB962C8B-B14F-4D97-AF65-F5344CB8AC3E}">
        <p14:creationId xmlns:p14="http://schemas.microsoft.com/office/powerpoint/2010/main" val="26500760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73D7B-78FE-44D6-9CDB-CCB07426657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E0B4880-7879-4ADD-BB15-5DD73CADFD62}"/>
              </a:ext>
            </a:extLst>
          </p:cNvPr>
          <p:cNvSpPr>
            <a:spLocks noGrp="1"/>
          </p:cNvSpPr>
          <p:nvPr>
            <p:ph type="dt" sz="half" idx="10"/>
          </p:nvPr>
        </p:nvSpPr>
        <p:spPr/>
        <p:txBody>
          <a:bodyPr/>
          <a:lstStyle/>
          <a:p>
            <a:fld id="{E362A81A-3438-4E59-A452-6F8027DDB35C}" type="datetimeFigureOut">
              <a:rPr lang="en-IN" smtClean="0"/>
              <a:t>20-01-2023</a:t>
            </a:fld>
            <a:endParaRPr lang="en-IN"/>
          </a:p>
        </p:txBody>
      </p:sp>
      <p:sp>
        <p:nvSpPr>
          <p:cNvPr id="4" name="Footer Placeholder 3">
            <a:extLst>
              <a:ext uri="{FF2B5EF4-FFF2-40B4-BE49-F238E27FC236}">
                <a16:creationId xmlns:a16="http://schemas.microsoft.com/office/drawing/2014/main" id="{0423CEC1-8F21-499F-9062-E1388C67011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9F6DBFA-0C91-46BC-A8A6-E115AAA72778}"/>
              </a:ext>
            </a:extLst>
          </p:cNvPr>
          <p:cNvSpPr>
            <a:spLocks noGrp="1"/>
          </p:cNvSpPr>
          <p:nvPr>
            <p:ph type="sldNum" sz="quarter" idx="12"/>
          </p:nvPr>
        </p:nvSpPr>
        <p:spPr/>
        <p:txBody>
          <a:bodyPr/>
          <a:lstStyle/>
          <a:p>
            <a:fld id="{51BD9913-18C0-43BD-9D62-CBD9AF1A5C45}" type="slidenum">
              <a:rPr lang="en-IN" smtClean="0"/>
              <a:t>‹#›</a:t>
            </a:fld>
            <a:endParaRPr lang="en-IN"/>
          </a:p>
        </p:txBody>
      </p:sp>
    </p:spTree>
    <p:extLst>
      <p:ext uri="{BB962C8B-B14F-4D97-AF65-F5344CB8AC3E}">
        <p14:creationId xmlns:p14="http://schemas.microsoft.com/office/powerpoint/2010/main" val="3474727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2DA4B9-8FE4-42FA-B27F-94DCE79E51F7}"/>
              </a:ext>
            </a:extLst>
          </p:cNvPr>
          <p:cNvSpPr>
            <a:spLocks noGrp="1"/>
          </p:cNvSpPr>
          <p:nvPr>
            <p:ph type="dt" sz="half" idx="10"/>
          </p:nvPr>
        </p:nvSpPr>
        <p:spPr/>
        <p:txBody>
          <a:bodyPr/>
          <a:lstStyle/>
          <a:p>
            <a:fld id="{E362A81A-3438-4E59-A452-6F8027DDB35C}" type="datetimeFigureOut">
              <a:rPr lang="en-IN" smtClean="0"/>
              <a:t>20-01-2023</a:t>
            </a:fld>
            <a:endParaRPr lang="en-IN"/>
          </a:p>
        </p:txBody>
      </p:sp>
      <p:sp>
        <p:nvSpPr>
          <p:cNvPr id="3" name="Footer Placeholder 2">
            <a:extLst>
              <a:ext uri="{FF2B5EF4-FFF2-40B4-BE49-F238E27FC236}">
                <a16:creationId xmlns:a16="http://schemas.microsoft.com/office/drawing/2014/main" id="{2D93D11F-D29E-476A-89FF-028F316414F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AFD9C2B-D5B2-4FF3-98FF-D00299FC244C}"/>
              </a:ext>
            </a:extLst>
          </p:cNvPr>
          <p:cNvSpPr>
            <a:spLocks noGrp="1"/>
          </p:cNvSpPr>
          <p:nvPr>
            <p:ph type="sldNum" sz="quarter" idx="12"/>
          </p:nvPr>
        </p:nvSpPr>
        <p:spPr/>
        <p:txBody>
          <a:bodyPr/>
          <a:lstStyle/>
          <a:p>
            <a:fld id="{51BD9913-18C0-43BD-9D62-CBD9AF1A5C45}" type="slidenum">
              <a:rPr lang="en-IN" smtClean="0"/>
              <a:t>‹#›</a:t>
            </a:fld>
            <a:endParaRPr lang="en-IN"/>
          </a:p>
        </p:txBody>
      </p:sp>
    </p:spTree>
    <p:extLst>
      <p:ext uri="{BB962C8B-B14F-4D97-AF65-F5344CB8AC3E}">
        <p14:creationId xmlns:p14="http://schemas.microsoft.com/office/powerpoint/2010/main" val="3789975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AA52D-F342-4509-87F8-13E5B422C8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9956A66-01EB-4D90-B82D-65A37B194E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9116B70-3C49-46A9-B06D-289C06A115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B6D88D6-D4DA-428D-AC1F-34F5A56EE027}"/>
              </a:ext>
            </a:extLst>
          </p:cNvPr>
          <p:cNvSpPr>
            <a:spLocks noGrp="1"/>
          </p:cNvSpPr>
          <p:nvPr>
            <p:ph type="dt" sz="half" idx="10"/>
          </p:nvPr>
        </p:nvSpPr>
        <p:spPr/>
        <p:txBody>
          <a:bodyPr/>
          <a:lstStyle/>
          <a:p>
            <a:fld id="{E362A81A-3438-4E59-A452-6F8027DDB35C}" type="datetimeFigureOut">
              <a:rPr lang="en-IN" smtClean="0"/>
              <a:t>20-01-2023</a:t>
            </a:fld>
            <a:endParaRPr lang="en-IN"/>
          </a:p>
        </p:txBody>
      </p:sp>
      <p:sp>
        <p:nvSpPr>
          <p:cNvPr id="6" name="Footer Placeholder 5">
            <a:extLst>
              <a:ext uri="{FF2B5EF4-FFF2-40B4-BE49-F238E27FC236}">
                <a16:creationId xmlns:a16="http://schemas.microsoft.com/office/drawing/2014/main" id="{8DBCC566-8BF4-4B6D-A0A1-614F10805E3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F66ECD4-EDC1-4E5C-8FFB-CB384442F686}"/>
              </a:ext>
            </a:extLst>
          </p:cNvPr>
          <p:cNvSpPr>
            <a:spLocks noGrp="1"/>
          </p:cNvSpPr>
          <p:nvPr>
            <p:ph type="sldNum" sz="quarter" idx="12"/>
          </p:nvPr>
        </p:nvSpPr>
        <p:spPr/>
        <p:txBody>
          <a:bodyPr/>
          <a:lstStyle/>
          <a:p>
            <a:fld id="{51BD9913-18C0-43BD-9D62-CBD9AF1A5C45}" type="slidenum">
              <a:rPr lang="en-IN" smtClean="0"/>
              <a:t>‹#›</a:t>
            </a:fld>
            <a:endParaRPr lang="en-IN"/>
          </a:p>
        </p:txBody>
      </p:sp>
    </p:spTree>
    <p:extLst>
      <p:ext uri="{BB962C8B-B14F-4D97-AF65-F5344CB8AC3E}">
        <p14:creationId xmlns:p14="http://schemas.microsoft.com/office/powerpoint/2010/main" val="2420360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F3A75-D31C-4FC4-8486-25A3A24F74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523999E-70BD-4E32-BD74-807070389E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F29B968-2C61-4A05-A9C0-5D900FEA2C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A60E649-2AB1-462B-8766-06E89B1A3613}"/>
              </a:ext>
            </a:extLst>
          </p:cNvPr>
          <p:cNvSpPr>
            <a:spLocks noGrp="1"/>
          </p:cNvSpPr>
          <p:nvPr>
            <p:ph type="dt" sz="half" idx="10"/>
          </p:nvPr>
        </p:nvSpPr>
        <p:spPr/>
        <p:txBody>
          <a:bodyPr/>
          <a:lstStyle/>
          <a:p>
            <a:fld id="{E362A81A-3438-4E59-A452-6F8027DDB35C}" type="datetimeFigureOut">
              <a:rPr lang="en-IN" smtClean="0"/>
              <a:t>20-01-2023</a:t>
            </a:fld>
            <a:endParaRPr lang="en-IN"/>
          </a:p>
        </p:txBody>
      </p:sp>
      <p:sp>
        <p:nvSpPr>
          <p:cNvPr id="6" name="Footer Placeholder 5">
            <a:extLst>
              <a:ext uri="{FF2B5EF4-FFF2-40B4-BE49-F238E27FC236}">
                <a16:creationId xmlns:a16="http://schemas.microsoft.com/office/drawing/2014/main" id="{09DB326F-640C-4D30-BDC5-79B8B7A37E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EF933D1-47A7-454C-A66F-531A1790B263}"/>
              </a:ext>
            </a:extLst>
          </p:cNvPr>
          <p:cNvSpPr>
            <a:spLocks noGrp="1"/>
          </p:cNvSpPr>
          <p:nvPr>
            <p:ph type="sldNum" sz="quarter" idx="12"/>
          </p:nvPr>
        </p:nvSpPr>
        <p:spPr/>
        <p:txBody>
          <a:bodyPr/>
          <a:lstStyle/>
          <a:p>
            <a:fld id="{51BD9913-18C0-43BD-9D62-CBD9AF1A5C45}" type="slidenum">
              <a:rPr lang="en-IN" smtClean="0"/>
              <a:t>‹#›</a:t>
            </a:fld>
            <a:endParaRPr lang="en-IN"/>
          </a:p>
        </p:txBody>
      </p:sp>
    </p:spTree>
    <p:extLst>
      <p:ext uri="{BB962C8B-B14F-4D97-AF65-F5344CB8AC3E}">
        <p14:creationId xmlns:p14="http://schemas.microsoft.com/office/powerpoint/2010/main" val="41977828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C2D3D-D174-4549-8464-002E98AEEEE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C376E1F-3BA5-4D8D-934A-0F345531FA6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4792A0-362A-4D5C-B6F2-3EB4528E1DD6}"/>
              </a:ext>
            </a:extLst>
          </p:cNvPr>
          <p:cNvSpPr>
            <a:spLocks noGrp="1"/>
          </p:cNvSpPr>
          <p:nvPr>
            <p:ph type="dt" sz="half" idx="10"/>
          </p:nvPr>
        </p:nvSpPr>
        <p:spPr/>
        <p:txBody>
          <a:bodyPr/>
          <a:lstStyle/>
          <a:p>
            <a:fld id="{E362A81A-3438-4E59-A452-6F8027DDB35C}" type="datetimeFigureOut">
              <a:rPr lang="en-IN" smtClean="0"/>
              <a:t>20-01-2023</a:t>
            </a:fld>
            <a:endParaRPr lang="en-IN"/>
          </a:p>
        </p:txBody>
      </p:sp>
      <p:sp>
        <p:nvSpPr>
          <p:cNvPr id="5" name="Footer Placeholder 4">
            <a:extLst>
              <a:ext uri="{FF2B5EF4-FFF2-40B4-BE49-F238E27FC236}">
                <a16:creationId xmlns:a16="http://schemas.microsoft.com/office/drawing/2014/main" id="{C97BDF7D-2A0F-4963-815C-1C64015223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04FF23-A8FA-4E05-B76B-5F26BA678B30}"/>
              </a:ext>
            </a:extLst>
          </p:cNvPr>
          <p:cNvSpPr>
            <a:spLocks noGrp="1"/>
          </p:cNvSpPr>
          <p:nvPr>
            <p:ph type="sldNum" sz="quarter" idx="12"/>
          </p:nvPr>
        </p:nvSpPr>
        <p:spPr/>
        <p:txBody>
          <a:bodyPr/>
          <a:lstStyle/>
          <a:p>
            <a:fld id="{51BD9913-18C0-43BD-9D62-CBD9AF1A5C45}" type="slidenum">
              <a:rPr lang="en-IN" smtClean="0"/>
              <a:t>‹#›</a:t>
            </a:fld>
            <a:endParaRPr lang="en-IN"/>
          </a:p>
        </p:txBody>
      </p:sp>
    </p:spTree>
    <p:extLst>
      <p:ext uri="{BB962C8B-B14F-4D97-AF65-F5344CB8AC3E}">
        <p14:creationId xmlns:p14="http://schemas.microsoft.com/office/powerpoint/2010/main" val="707964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EAAF91-BA39-4379-AA47-B379BE8C936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9A1C6B6-E730-4A38-ABCB-1C69FFACAA1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F00983-9AD8-46AC-A251-5D15C51AD35C}"/>
              </a:ext>
            </a:extLst>
          </p:cNvPr>
          <p:cNvSpPr>
            <a:spLocks noGrp="1"/>
          </p:cNvSpPr>
          <p:nvPr>
            <p:ph type="dt" sz="half" idx="10"/>
          </p:nvPr>
        </p:nvSpPr>
        <p:spPr/>
        <p:txBody>
          <a:bodyPr/>
          <a:lstStyle/>
          <a:p>
            <a:fld id="{E362A81A-3438-4E59-A452-6F8027DDB35C}" type="datetimeFigureOut">
              <a:rPr lang="en-IN" smtClean="0"/>
              <a:t>20-01-2023</a:t>
            </a:fld>
            <a:endParaRPr lang="en-IN"/>
          </a:p>
        </p:txBody>
      </p:sp>
      <p:sp>
        <p:nvSpPr>
          <p:cNvPr id="5" name="Footer Placeholder 4">
            <a:extLst>
              <a:ext uri="{FF2B5EF4-FFF2-40B4-BE49-F238E27FC236}">
                <a16:creationId xmlns:a16="http://schemas.microsoft.com/office/drawing/2014/main" id="{B5853F49-5DBE-4F05-8D89-0A59EBBE6C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6EF55E-4170-4E53-8409-CA35ED65B8CB}"/>
              </a:ext>
            </a:extLst>
          </p:cNvPr>
          <p:cNvSpPr>
            <a:spLocks noGrp="1"/>
          </p:cNvSpPr>
          <p:nvPr>
            <p:ph type="sldNum" sz="quarter" idx="12"/>
          </p:nvPr>
        </p:nvSpPr>
        <p:spPr/>
        <p:txBody>
          <a:bodyPr/>
          <a:lstStyle/>
          <a:p>
            <a:fld id="{51BD9913-18C0-43BD-9D62-CBD9AF1A5C45}" type="slidenum">
              <a:rPr lang="en-IN" smtClean="0"/>
              <a:t>‹#›</a:t>
            </a:fld>
            <a:endParaRPr lang="en-IN"/>
          </a:p>
        </p:txBody>
      </p:sp>
    </p:spTree>
    <p:extLst>
      <p:ext uri="{BB962C8B-B14F-4D97-AF65-F5344CB8AC3E}">
        <p14:creationId xmlns:p14="http://schemas.microsoft.com/office/powerpoint/2010/main" val="31480300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0E2F89-8632-4AA1-921D-99593697A4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EBF95E5-8479-4741-84A7-7936545043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6106C2A-6C8F-405A-9857-AEEAB8F517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62A81A-3438-4E59-A452-6F8027DDB35C}" type="datetimeFigureOut">
              <a:rPr lang="en-IN" smtClean="0"/>
              <a:t>20-01-2023</a:t>
            </a:fld>
            <a:endParaRPr lang="en-IN"/>
          </a:p>
        </p:txBody>
      </p:sp>
      <p:sp>
        <p:nvSpPr>
          <p:cNvPr id="5" name="Footer Placeholder 4">
            <a:extLst>
              <a:ext uri="{FF2B5EF4-FFF2-40B4-BE49-F238E27FC236}">
                <a16:creationId xmlns:a16="http://schemas.microsoft.com/office/drawing/2014/main" id="{4551BA04-A0F8-41AD-A189-40344E5976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B8B8E93-65B7-43D8-BD0B-AE7F3120FD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BD9913-18C0-43BD-9D62-CBD9AF1A5C45}" type="slidenum">
              <a:rPr lang="en-IN" smtClean="0"/>
              <a:t>‹#›</a:t>
            </a:fld>
            <a:endParaRPr lang="en-IN"/>
          </a:p>
        </p:txBody>
      </p:sp>
    </p:spTree>
    <p:extLst>
      <p:ext uri="{BB962C8B-B14F-4D97-AF65-F5344CB8AC3E}">
        <p14:creationId xmlns:p14="http://schemas.microsoft.com/office/powerpoint/2010/main" val="361170564"/>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mailto:ashishsom@learnbay.co" TargetMode="External"/><Relationship Id="rId2" Type="http://schemas.openxmlformats.org/officeDocument/2006/relationships/hyperlink" Target="https://drive.google.com/drive/folders/1PTCIuFn1mDG78fXPygN43kcpajN7ah6s?usp=share_link"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54F1AB5-AE0F-4868-9B6E-F81775F3E09C}"/>
              </a:ext>
            </a:extLst>
          </p:cNvPr>
          <p:cNvSpPr/>
          <p:nvPr/>
        </p:nvSpPr>
        <p:spPr>
          <a:xfrm>
            <a:off x="1708933" y="2274838"/>
            <a:ext cx="8774133" cy="3662541"/>
          </a:xfrm>
          <a:prstGeom prst="rect">
            <a:avLst/>
          </a:prstGeom>
          <a:noFill/>
        </p:spPr>
        <p:txBody>
          <a:bodyPr wrap="none" lIns="91440" tIns="45720" rIns="91440" bIns="45720">
            <a:spAutoFit/>
          </a:bodyPr>
          <a:lstStyle/>
          <a:p>
            <a:pPr algn="ctr"/>
            <a:r>
              <a:rPr lang="en-US" sz="7200" b="0" cap="none" spc="0" dirty="0">
                <a:ln w="0"/>
                <a:solidFill>
                  <a:schemeClr val="accent1"/>
                </a:solidFill>
                <a:effectLst>
                  <a:outerShdw blurRad="38100" dist="25400" dir="5400000" algn="ctr" rotWithShape="0">
                    <a:srgbClr val="6E747A">
                      <a:alpha val="43000"/>
                    </a:srgbClr>
                  </a:outerShdw>
                </a:effectLst>
                <a:latin typeface="Arial Black" panose="020B0A04020102020204" pitchFamily="34" charset="0"/>
              </a:rPr>
              <a:t>Online Shoppers </a:t>
            </a:r>
          </a:p>
          <a:p>
            <a:pPr algn="ctr"/>
            <a:r>
              <a:rPr lang="en-US" sz="7200" b="0" cap="none" spc="0" dirty="0">
                <a:ln w="0"/>
                <a:solidFill>
                  <a:schemeClr val="accent1"/>
                </a:solidFill>
                <a:effectLst>
                  <a:outerShdw blurRad="38100" dist="25400" dir="5400000" algn="ctr" rotWithShape="0">
                    <a:srgbClr val="6E747A">
                      <a:alpha val="43000"/>
                    </a:srgbClr>
                  </a:outerShdw>
                </a:effectLst>
                <a:latin typeface="Arial Black" panose="020B0A04020102020204" pitchFamily="34" charset="0"/>
              </a:rPr>
              <a:t>Intentions</a:t>
            </a:r>
          </a:p>
          <a:p>
            <a:pPr algn="ctr"/>
            <a:r>
              <a:rPr lang="en-US" sz="7200" dirty="0">
                <a:ln w="0"/>
                <a:solidFill>
                  <a:schemeClr val="accent1"/>
                </a:solidFill>
                <a:effectLst>
                  <a:outerShdw blurRad="38100" dist="25400" dir="5400000" algn="ctr" rotWithShape="0">
                    <a:srgbClr val="6E747A">
                      <a:alpha val="43000"/>
                    </a:srgbClr>
                  </a:outerShdw>
                </a:effectLst>
                <a:latin typeface="Arial Black" panose="020B0A04020102020204" pitchFamily="34" charset="0"/>
              </a:rPr>
              <a:t>Project 3</a:t>
            </a:r>
          </a:p>
          <a:p>
            <a:pPr algn="ctr"/>
            <a:r>
              <a:rPr lang="en-US" sz="1600" b="0" cap="none" spc="0" dirty="0">
                <a:ln w="0"/>
                <a:solidFill>
                  <a:srgbClr val="FF0000"/>
                </a:solidFill>
                <a:effectLst>
                  <a:outerShdw blurRad="38100" dist="25400" dir="5400000" algn="ctr" rotWithShape="0">
                    <a:srgbClr val="6E747A">
                      <a:alpha val="43000"/>
                    </a:srgbClr>
                  </a:outerShdw>
                </a:effectLst>
                <a:latin typeface="Arial Black" panose="020B0A04020102020204" pitchFamily="34" charset="0"/>
              </a:rPr>
              <a:t>Date:20-Jan-2023</a:t>
            </a:r>
          </a:p>
        </p:txBody>
      </p:sp>
    </p:spTree>
    <p:extLst>
      <p:ext uri="{BB962C8B-B14F-4D97-AF65-F5344CB8AC3E}">
        <p14:creationId xmlns:p14="http://schemas.microsoft.com/office/powerpoint/2010/main" val="10987674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2D56E9-BB9D-4819-A633-C357DD28CE05}"/>
              </a:ext>
            </a:extLst>
          </p:cNvPr>
          <p:cNvSpPr>
            <a:spLocks noGrp="1"/>
          </p:cNvSpPr>
          <p:nvPr>
            <p:ph idx="1"/>
          </p:nvPr>
        </p:nvSpPr>
        <p:spPr/>
        <p:txBody>
          <a:bodyPr>
            <a:normAutofit/>
          </a:bodyPr>
          <a:lstStyle/>
          <a:p>
            <a:pPr algn="just"/>
            <a:r>
              <a:rPr lang="en-US" sz="3200" dirty="0"/>
              <a:t>This is the data of an online retailing company where they are trying to find which online shopper will generate revenue by his/her online shoppers’ activity on their site.</a:t>
            </a:r>
            <a:endParaRPr lang="en-IN" sz="3200" dirty="0"/>
          </a:p>
        </p:txBody>
      </p:sp>
      <p:sp>
        <p:nvSpPr>
          <p:cNvPr id="4" name="Rectangle 3">
            <a:extLst>
              <a:ext uri="{FF2B5EF4-FFF2-40B4-BE49-F238E27FC236}">
                <a16:creationId xmlns:a16="http://schemas.microsoft.com/office/drawing/2014/main" id="{4DA6B5BB-2568-4FC8-B074-A06BB43A8B07}"/>
              </a:ext>
            </a:extLst>
          </p:cNvPr>
          <p:cNvSpPr/>
          <p:nvPr/>
        </p:nvSpPr>
        <p:spPr>
          <a:xfrm>
            <a:off x="2679117" y="224384"/>
            <a:ext cx="7493654" cy="923330"/>
          </a:xfrm>
          <a:prstGeom prst="rect">
            <a:avLst/>
          </a:prstGeom>
          <a:noFill/>
        </p:spPr>
        <p:txBody>
          <a:bodyPr wrap="none" lIns="91440" tIns="45720" rIns="91440" bIns="45720">
            <a:spAutoFit/>
          </a:bodyPr>
          <a:lstStyle/>
          <a:p>
            <a:pPr algn="ctr"/>
            <a:r>
              <a:rPr lang="en-US" sz="5400" dirty="0">
                <a:ln w="0"/>
                <a:solidFill>
                  <a:schemeClr val="accent1"/>
                </a:solidFill>
                <a:effectLst>
                  <a:outerShdw blurRad="38100" dist="25400" dir="5400000" algn="ctr" rotWithShape="0">
                    <a:srgbClr val="6E747A">
                      <a:alpha val="43000"/>
                    </a:srgbClr>
                  </a:outerShdw>
                </a:effectLst>
                <a:latin typeface="Arial Black" panose="020B0A04020102020204" pitchFamily="34" charset="0"/>
              </a:rPr>
              <a:t>Problem Statement</a:t>
            </a:r>
            <a:endParaRPr lang="en-US" sz="5400" b="0" cap="none" spc="0" dirty="0">
              <a:ln w="0"/>
              <a:solidFill>
                <a:schemeClr val="accent1"/>
              </a:solidFill>
              <a:effectLst>
                <a:outerShdw blurRad="38100" dist="25400" dir="5400000" algn="ctr" rotWithShape="0">
                  <a:srgbClr val="6E747A">
                    <a:alpha val="43000"/>
                  </a:srgbClr>
                </a:outerShdw>
              </a:effectLst>
              <a:latin typeface="Arial Black" panose="020B0A04020102020204" pitchFamily="34" charset="0"/>
            </a:endParaRPr>
          </a:p>
        </p:txBody>
      </p:sp>
    </p:spTree>
    <p:extLst>
      <p:ext uri="{BB962C8B-B14F-4D97-AF65-F5344CB8AC3E}">
        <p14:creationId xmlns:p14="http://schemas.microsoft.com/office/powerpoint/2010/main" val="418377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0292E6A-3398-43D5-954F-66EAA4793B22}"/>
              </a:ext>
            </a:extLst>
          </p:cNvPr>
          <p:cNvSpPr>
            <a:spLocks noGrp="1"/>
          </p:cNvSpPr>
          <p:nvPr>
            <p:ph idx="1"/>
          </p:nvPr>
        </p:nvSpPr>
        <p:spPr>
          <a:xfrm>
            <a:off x="1376165" y="1121790"/>
            <a:ext cx="10162243" cy="5495825"/>
          </a:xfrm>
        </p:spPr>
        <p:txBody>
          <a:bodyPr>
            <a:normAutofit fontScale="85000" lnSpcReduction="20000"/>
          </a:bodyPr>
          <a:lstStyle/>
          <a:p>
            <a:r>
              <a:rPr lang="en-IN" dirty="0"/>
              <a:t>Administrative	:		Page Name</a:t>
            </a:r>
          </a:p>
          <a:p>
            <a:r>
              <a:rPr lang="en-IN" dirty="0" err="1"/>
              <a:t>Administrative_Duration</a:t>
            </a:r>
            <a:r>
              <a:rPr lang="en-IN" dirty="0"/>
              <a:t>:		duration of stay in that Page</a:t>
            </a:r>
          </a:p>
          <a:p>
            <a:r>
              <a:rPr lang="en-IN" dirty="0"/>
              <a:t>Informational	:		Page Name</a:t>
            </a:r>
          </a:p>
          <a:p>
            <a:r>
              <a:rPr lang="en-IN" dirty="0" err="1"/>
              <a:t>Informational_Duration</a:t>
            </a:r>
            <a:r>
              <a:rPr lang="en-IN" dirty="0"/>
              <a:t>:		duration of stay in that Page</a:t>
            </a:r>
          </a:p>
          <a:p>
            <a:r>
              <a:rPr lang="en-IN" dirty="0"/>
              <a:t>"</a:t>
            </a:r>
            <a:r>
              <a:rPr lang="en-IN" dirty="0" err="1"/>
              <a:t>ProductRelated</a:t>
            </a:r>
            <a:endParaRPr lang="en-IN" dirty="0"/>
          </a:p>
          <a:p>
            <a:r>
              <a:rPr lang="en-IN" dirty="0"/>
              <a:t>(no of pages visited)“:		Page Name</a:t>
            </a:r>
          </a:p>
          <a:p>
            <a:r>
              <a:rPr lang="en-IN" dirty="0" err="1"/>
              <a:t>ProductRelated_Duration</a:t>
            </a:r>
            <a:r>
              <a:rPr lang="en-IN" dirty="0"/>
              <a:t> (in min):	duration of stay in that Page</a:t>
            </a:r>
          </a:p>
          <a:p>
            <a:r>
              <a:rPr lang="en-IN" dirty="0" err="1"/>
              <a:t>BounceRates</a:t>
            </a:r>
            <a:r>
              <a:rPr lang="en-IN" dirty="0"/>
              <a:t>	:		"Bounce rate is a metric that measures the percentage of visitors to a website who navigate away from the site after viewing only one page. A high bounce rate indicates that visitors are not finding the content or resources they are looking for on the site."</a:t>
            </a:r>
          </a:p>
          <a:p>
            <a:r>
              <a:rPr lang="en-IN" dirty="0" err="1"/>
              <a:t>ExitRates</a:t>
            </a:r>
            <a:r>
              <a:rPr lang="en-IN" dirty="0"/>
              <a:t> :			"Exit rate is a metric that measures the percentage of visitors who leave a website from a specific page, rather than continuing to view other pages on the site. A high exit rate on a specific page may indicate that the page is not providing the information or resources that visitors are looking for, or that there are issues with the design or functionality of the page."</a:t>
            </a:r>
          </a:p>
          <a:p>
            <a:endParaRPr lang="en-IN" dirty="0"/>
          </a:p>
        </p:txBody>
      </p:sp>
      <p:sp>
        <p:nvSpPr>
          <p:cNvPr id="7" name="TextBox 6">
            <a:extLst>
              <a:ext uri="{FF2B5EF4-FFF2-40B4-BE49-F238E27FC236}">
                <a16:creationId xmlns:a16="http://schemas.microsoft.com/office/drawing/2014/main" id="{993AB962-1090-4025-9E0D-8AF134FD2785}"/>
              </a:ext>
            </a:extLst>
          </p:cNvPr>
          <p:cNvSpPr txBox="1"/>
          <p:nvPr/>
        </p:nvSpPr>
        <p:spPr>
          <a:xfrm>
            <a:off x="1225485" y="490551"/>
            <a:ext cx="10510885" cy="707886"/>
          </a:xfrm>
          <a:prstGeom prst="rect">
            <a:avLst/>
          </a:prstGeom>
          <a:noFill/>
        </p:spPr>
        <p:txBody>
          <a:bodyPr wrap="square" rtlCol="0">
            <a:spAutoFit/>
          </a:bodyPr>
          <a:lstStyle/>
          <a:p>
            <a:pPr algn="ctr"/>
            <a:r>
              <a:rPr lang="en-GB" sz="4000" b="1" dirty="0"/>
              <a:t>Data Dictionary</a:t>
            </a:r>
            <a:endParaRPr lang="en-IN" sz="4000" b="1" dirty="0"/>
          </a:p>
        </p:txBody>
      </p:sp>
    </p:spTree>
    <p:extLst>
      <p:ext uri="{BB962C8B-B14F-4D97-AF65-F5344CB8AC3E}">
        <p14:creationId xmlns:p14="http://schemas.microsoft.com/office/powerpoint/2010/main" val="26213564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40033-0036-46BB-9D53-339E3E8D3468}"/>
              </a:ext>
            </a:extLst>
          </p:cNvPr>
          <p:cNvSpPr>
            <a:spLocks noGrp="1"/>
          </p:cNvSpPr>
          <p:nvPr>
            <p:ph type="title"/>
          </p:nvPr>
        </p:nvSpPr>
        <p:spPr/>
        <p:txBody>
          <a:bodyPr/>
          <a:lstStyle/>
          <a:p>
            <a:pPr algn="ctr"/>
            <a:r>
              <a:rPr lang="en-GB" b="1" dirty="0"/>
              <a:t>Data Dictionary</a:t>
            </a:r>
            <a:endParaRPr lang="en-IN" b="1" dirty="0"/>
          </a:p>
        </p:txBody>
      </p:sp>
      <p:sp>
        <p:nvSpPr>
          <p:cNvPr id="3" name="Content Placeholder 2">
            <a:extLst>
              <a:ext uri="{FF2B5EF4-FFF2-40B4-BE49-F238E27FC236}">
                <a16:creationId xmlns:a16="http://schemas.microsoft.com/office/drawing/2014/main" id="{6A6607D2-BE9F-489B-BCE3-ED39B1825925}"/>
              </a:ext>
            </a:extLst>
          </p:cNvPr>
          <p:cNvSpPr>
            <a:spLocks noGrp="1"/>
          </p:cNvSpPr>
          <p:nvPr>
            <p:ph idx="1"/>
          </p:nvPr>
        </p:nvSpPr>
        <p:spPr>
          <a:xfrm>
            <a:off x="838200" y="1357460"/>
            <a:ext cx="10515600" cy="5288437"/>
          </a:xfrm>
        </p:spPr>
        <p:txBody>
          <a:bodyPr>
            <a:normAutofit fontScale="92500" lnSpcReduction="10000"/>
          </a:bodyPr>
          <a:lstStyle/>
          <a:p>
            <a:r>
              <a:rPr lang="en-IN" dirty="0" err="1"/>
              <a:t>PageValues</a:t>
            </a:r>
            <a:r>
              <a:rPr lang="en-IN" dirty="0"/>
              <a:t> :"Page value is a metric that measures the average value of a webpage to a website's business. It should be used together with other metrics, as it only gives the average value of a page but it doesn't indicate how many people are actually converting or how many of them have a high or low lifetime value</a:t>
            </a:r>
          </a:p>
          <a:p>
            <a:r>
              <a:rPr lang="en-IN" dirty="0"/>
              <a:t>Page value can be used to determine which pages on a website are the most valuable in terms of generating revenue or conversions. It can also be used to identify pages that may be underperforming and in need of optimization.</a:t>
            </a:r>
          </a:p>
          <a:p>
            <a:r>
              <a:rPr lang="en-IN" dirty="0"/>
              <a:t>It is calculated by taking the total revenue generated by a webpage and dividing it by the number of views the page received. It should be used together with other metrics, as it only gives the average value of a page but it doesn't indicate how many people are actually converting or how many of them have a high or low lifetime value"</a:t>
            </a:r>
          </a:p>
          <a:p>
            <a:endParaRPr lang="en-IN" dirty="0"/>
          </a:p>
        </p:txBody>
      </p:sp>
    </p:spTree>
    <p:extLst>
      <p:ext uri="{BB962C8B-B14F-4D97-AF65-F5344CB8AC3E}">
        <p14:creationId xmlns:p14="http://schemas.microsoft.com/office/powerpoint/2010/main" val="20781652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1FD28-59A1-46D0-8707-D2C51AA33387}"/>
              </a:ext>
            </a:extLst>
          </p:cNvPr>
          <p:cNvSpPr>
            <a:spLocks noGrp="1"/>
          </p:cNvSpPr>
          <p:nvPr>
            <p:ph type="title"/>
          </p:nvPr>
        </p:nvSpPr>
        <p:spPr/>
        <p:txBody>
          <a:bodyPr/>
          <a:lstStyle/>
          <a:p>
            <a:pPr algn="ctr"/>
            <a:r>
              <a:rPr lang="en-GB" b="1" dirty="0"/>
              <a:t>Data Dictionary</a:t>
            </a:r>
            <a:endParaRPr lang="en-IN" b="1" dirty="0"/>
          </a:p>
        </p:txBody>
      </p:sp>
      <p:sp>
        <p:nvSpPr>
          <p:cNvPr id="3" name="Content Placeholder 2">
            <a:extLst>
              <a:ext uri="{FF2B5EF4-FFF2-40B4-BE49-F238E27FC236}">
                <a16:creationId xmlns:a16="http://schemas.microsoft.com/office/drawing/2014/main" id="{8117E619-CF62-4AF2-BA09-0A3E8D4E5462}"/>
              </a:ext>
            </a:extLst>
          </p:cNvPr>
          <p:cNvSpPr>
            <a:spLocks noGrp="1"/>
          </p:cNvSpPr>
          <p:nvPr>
            <p:ph idx="1"/>
          </p:nvPr>
        </p:nvSpPr>
        <p:spPr/>
        <p:txBody>
          <a:bodyPr/>
          <a:lstStyle/>
          <a:p>
            <a:r>
              <a:rPr lang="en-IN" dirty="0" err="1"/>
              <a:t>SpecialDay</a:t>
            </a:r>
            <a:r>
              <a:rPr lang="en-IN" dirty="0"/>
              <a:t> (probability)	:	Special days are considered as Mother's day, Valentine's day, etc.</a:t>
            </a:r>
          </a:p>
          <a:p>
            <a:r>
              <a:rPr lang="en-IN" dirty="0"/>
              <a:t>Month :		Data taken from different months in a year</a:t>
            </a:r>
          </a:p>
          <a:p>
            <a:r>
              <a:rPr lang="en-IN" dirty="0" err="1"/>
              <a:t>OperatingSystems</a:t>
            </a:r>
            <a:r>
              <a:rPr lang="en-IN" dirty="0"/>
              <a:t> :	The OS used by consumers</a:t>
            </a:r>
          </a:p>
          <a:p>
            <a:r>
              <a:rPr lang="en-IN" dirty="0"/>
              <a:t>Browser	Browser used by customers</a:t>
            </a:r>
          </a:p>
          <a:p>
            <a:r>
              <a:rPr lang="en-IN" dirty="0"/>
              <a:t>Region	Regions coded as numbers</a:t>
            </a:r>
          </a:p>
          <a:p>
            <a:endParaRPr lang="en-IN" dirty="0"/>
          </a:p>
        </p:txBody>
      </p:sp>
    </p:spTree>
    <p:extLst>
      <p:ext uri="{BB962C8B-B14F-4D97-AF65-F5344CB8AC3E}">
        <p14:creationId xmlns:p14="http://schemas.microsoft.com/office/powerpoint/2010/main" val="25640464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32EC0E-C624-4097-A8A9-EE4EA8C17FC9}"/>
              </a:ext>
            </a:extLst>
          </p:cNvPr>
          <p:cNvSpPr>
            <a:spLocks noGrp="1"/>
          </p:cNvSpPr>
          <p:nvPr>
            <p:ph idx="1"/>
          </p:nvPr>
        </p:nvSpPr>
        <p:spPr>
          <a:xfrm>
            <a:off x="838200" y="1329180"/>
            <a:ext cx="10515600" cy="5420412"/>
          </a:xfrm>
        </p:spPr>
        <p:txBody>
          <a:bodyPr>
            <a:normAutofit fontScale="85000" lnSpcReduction="10000"/>
          </a:bodyPr>
          <a:lstStyle/>
          <a:p>
            <a:r>
              <a:rPr lang="en-IN" dirty="0" err="1"/>
              <a:t>TrafficType</a:t>
            </a:r>
            <a:r>
              <a:rPr lang="en-IN" dirty="0"/>
              <a:t>	"Traffic type in online shopping refers to the different sources from </a:t>
            </a:r>
          </a:p>
          <a:p>
            <a:r>
              <a:rPr lang="en-IN" dirty="0"/>
              <a:t>Referral traffic: 	visitors who click on a link to the website from another site which a website's visitors are coming. These sources can include: </a:t>
            </a:r>
          </a:p>
          <a:p>
            <a:r>
              <a:rPr lang="en-IN" dirty="0"/>
              <a:t>Direct traffic: 	visitors who type the website's URL directly into their browser's address bar, </a:t>
            </a:r>
          </a:p>
          <a:p>
            <a:r>
              <a:rPr lang="en-IN" dirty="0"/>
              <a:t>Organic traffic:	 visitors who find the website through a search engine </a:t>
            </a:r>
          </a:p>
          <a:p>
            <a:r>
              <a:rPr lang="en-IN" dirty="0"/>
              <a:t>Social traffic: 	visitors who click on a link to the website from a social media platform</a:t>
            </a:r>
          </a:p>
          <a:p>
            <a:r>
              <a:rPr lang="en-IN" dirty="0"/>
              <a:t>Paid traffic: 		visitors who click on an advertisement to the website.</a:t>
            </a:r>
          </a:p>
          <a:p>
            <a:r>
              <a:rPr lang="en-IN" dirty="0"/>
              <a:t>Understanding the traffic sources of an online shopping website can help website owners to optimize their marketing strategies and see what kind of sources are bringing them more valuable customers. By </a:t>
            </a:r>
            <a:r>
              <a:rPr lang="en-IN" dirty="0" err="1"/>
              <a:t>analyzing</a:t>
            </a:r>
            <a:r>
              <a:rPr lang="en-IN" dirty="0"/>
              <a:t> the traffic type, an online retailer can determine which marketing channels are most effective in driving sales and adjust their budget accordingly. This can help them to improve their return on investment in marketing and advertising."</a:t>
            </a:r>
          </a:p>
          <a:p>
            <a:endParaRPr lang="en-IN" dirty="0"/>
          </a:p>
        </p:txBody>
      </p:sp>
      <p:sp>
        <p:nvSpPr>
          <p:cNvPr id="4" name="Title 1">
            <a:extLst>
              <a:ext uri="{FF2B5EF4-FFF2-40B4-BE49-F238E27FC236}">
                <a16:creationId xmlns:a16="http://schemas.microsoft.com/office/drawing/2014/main" id="{BA9784DD-4D72-49D8-9B1C-65E56452D6C3}"/>
              </a:ext>
            </a:extLst>
          </p:cNvPr>
          <p:cNvSpPr>
            <a:spLocks noGrp="1"/>
          </p:cNvSpPr>
          <p:nvPr>
            <p:ph type="title"/>
          </p:nvPr>
        </p:nvSpPr>
        <p:spPr>
          <a:xfrm>
            <a:off x="838200" y="365125"/>
            <a:ext cx="10515600" cy="1325563"/>
          </a:xfrm>
        </p:spPr>
        <p:txBody>
          <a:bodyPr/>
          <a:lstStyle/>
          <a:p>
            <a:pPr algn="ctr"/>
            <a:r>
              <a:rPr lang="en-GB" b="1" dirty="0"/>
              <a:t>Data Dictionary</a:t>
            </a:r>
            <a:endParaRPr lang="en-IN" b="1" dirty="0"/>
          </a:p>
        </p:txBody>
      </p:sp>
    </p:spTree>
    <p:extLst>
      <p:ext uri="{BB962C8B-B14F-4D97-AF65-F5344CB8AC3E}">
        <p14:creationId xmlns:p14="http://schemas.microsoft.com/office/powerpoint/2010/main" val="600709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070F57-91BF-4878-B7FE-7AB5C4838B03}"/>
              </a:ext>
            </a:extLst>
          </p:cNvPr>
          <p:cNvSpPr>
            <a:spLocks noGrp="1"/>
          </p:cNvSpPr>
          <p:nvPr>
            <p:ph idx="1"/>
          </p:nvPr>
        </p:nvSpPr>
        <p:spPr/>
        <p:txBody>
          <a:bodyPr/>
          <a:lstStyle/>
          <a:p>
            <a:r>
              <a:rPr lang="en-IN" dirty="0" err="1"/>
              <a:t>VisitorType</a:t>
            </a:r>
            <a:r>
              <a:rPr lang="en-IN" dirty="0"/>
              <a:t>	First Time visitors(who appears first time in a date range), Returning visitors (who switch from that website/particular page and come back again in a date range)</a:t>
            </a:r>
          </a:p>
          <a:p>
            <a:r>
              <a:rPr lang="en-IN" dirty="0"/>
              <a:t>Weekend	Whether the customers visited on weekend or not</a:t>
            </a:r>
          </a:p>
          <a:p>
            <a:r>
              <a:rPr lang="en-IN" dirty="0"/>
              <a:t>Revenue	Target Column ( the Customer generated the revenue or not)</a:t>
            </a:r>
          </a:p>
          <a:p>
            <a:endParaRPr lang="en-IN" dirty="0"/>
          </a:p>
        </p:txBody>
      </p:sp>
      <p:sp>
        <p:nvSpPr>
          <p:cNvPr id="4" name="Title 1">
            <a:extLst>
              <a:ext uri="{FF2B5EF4-FFF2-40B4-BE49-F238E27FC236}">
                <a16:creationId xmlns:a16="http://schemas.microsoft.com/office/drawing/2014/main" id="{9AE0D11E-E927-42D2-BF81-A88C1167AACC}"/>
              </a:ext>
            </a:extLst>
          </p:cNvPr>
          <p:cNvSpPr>
            <a:spLocks noGrp="1"/>
          </p:cNvSpPr>
          <p:nvPr>
            <p:ph type="title"/>
          </p:nvPr>
        </p:nvSpPr>
        <p:spPr>
          <a:xfrm>
            <a:off x="838200" y="365125"/>
            <a:ext cx="10515600" cy="1325563"/>
          </a:xfrm>
        </p:spPr>
        <p:txBody>
          <a:bodyPr/>
          <a:lstStyle/>
          <a:p>
            <a:pPr algn="ctr"/>
            <a:r>
              <a:rPr lang="en-GB" b="1" dirty="0"/>
              <a:t>Data Dictionary</a:t>
            </a:r>
            <a:endParaRPr lang="en-IN" b="1" dirty="0"/>
          </a:p>
        </p:txBody>
      </p:sp>
    </p:spTree>
    <p:extLst>
      <p:ext uri="{BB962C8B-B14F-4D97-AF65-F5344CB8AC3E}">
        <p14:creationId xmlns:p14="http://schemas.microsoft.com/office/powerpoint/2010/main" val="40573667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875422-E998-453D-815B-45667402FB11}"/>
              </a:ext>
            </a:extLst>
          </p:cNvPr>
          <p:cNvSpPr>
            <a:spLocks noGrp="1"/>
          </p:cNvSpPr>
          <p:nvPr>
            <p:ph idx="1"/>
          </p:nvPr>
        </p:nvSpPr>
        <p:spPr/>
        <p:txBody>
          <a:bodyPr/>
          <a:lstStyle/>
          <a:p>
            <a:r>
              <a:rPr lang="en-GB" dirty="0" err="1">
                <a:latin typeface="Arial Black" panose="020B0A04020102020204" pitchFamily="34" charset="0"/>
              </a:rPr>
              <a:t>No_of_columns</a:t>
            </a:r>
            <a:r>
              <a:rPr lang="en-GB" dirty="0">
                <a:latin typeface="Arial Black" panose="020B0A04020102020204" pitchFamily="34" charset="0"/>
              </a:rPr>
              <a:t> – 18 Nos</a:t>
            </a:r>
          </a:p>
          <a:p>
            <a:endParaRPr lang="en-GB" dirty="0">
              <a:latin typeface="Arial Black" panose="020B0A04020102020204" pitchFamily="34" charset="0"/>
            </a:endParaRPr>
          </a:p>
          <a:p>
            <a:r>
              <a:rPr lang="en-GB" dirty="0" err="1">
                <a:latin typeface="Arial Black" panose="020B0A04020102020204" pitchFamily="34" charset="0"/>
              </a:rPr>
              <a:t>No_of_Rows</a:t>
            </a:r>
            <a:r>
              <a:rPr lang="en-GB" dirty="0">
                <a:latin typeface="Arial Black" panose="020B0A04020102020204" pitchFamily="34" charset="0"/>
              </a:rPr>
              <a:t> – 12331 Nos</a:t>
            </a:r>
            <a:endParaRPr lang="en-IN" dirty="0">
              <a:latin typeface="Arial Black" panose="020B0A04020102020204" pitchFamily="34" charset="0"/>
            </a:endParaRPr>
          </a:p>
        </p:txBody>
      </p:sp>
      <p:sp>
        <p:nvSpPr>
          <p:cNvPr id="4" name="Rectangle 3">
            <a:extLst>
              <a:ext uri="{FF2B5EF4-FFF2-40B4-BE49-F238E27FC236}">
                <a16:creationId xmlns:a16="http://schemas.microsoft.com/office/drawing/2014/main" id="{B9607A68-E599-4CAD-B38C-37E7A7139B19}"/>
              </a:ext>
            </a:extLst>
          </p:cNvPr>
          <p:cNvSpPr/>
          <p:nvPr/>
        </p:nvSpPr>
        <p:spPr>
          <a:xfrm>
            <a:off x="3533226" y="224384"/>
            <a:ext cx="5785430" cy="923330"/>
          </a:xfrm>
          <a:prstGeom prst="rect">
            <a:avLst/>
          </a:prstGeom>
          <a:noFill/>
        </p:spPr>
        <p:txBody>
          <a:bodyPr wrap="none" lIns="91440" tIns="45720" rIns="91440" bIns="45720">
            <a:spAutoFit/>
          </a:bodyPr>
          <a:lstStyle/>
          <a:p>
            <a:pPr algn="ctr"/>
            <a:r>
              <a:rPr lang="en-US" sz="5400" b="0" cap="none" spc="0" dirty="0">
                <a:ln w="0"/>
                <a:solidFill>
                  <a:schemeClr val="accent1"/>
                </a:solidFill>
                <a:effectLst>
                  <a:outerShdw blurRad="38100" dist="25400" dir="5400000" algn="ctr" rotWithShape="0">
                    <a:srgbClr val="6E747A">
                      <a:alpha val="43000"/>
                    </a:srgbClr>
                  </a:outerShdw>
                </a:effectLst>
                <a:latin typeface="Arial Black" panose="020B0A04020102020204" pitchFamily="34" charset="0"/>
              </a:rPr>
              <a:t>Data Structure</a:t>
            </a:r>
          </a:p>
        </p:txBody>
      </p:sp>
    </p:spTree>
    <p:extLst>
      <p:ext uri="{BB962C8B-B14F-4D97-AF65-F5344CB8AC3E}">
        <p14:creationId xmlns:p14="http://schemas.microsoft.com/office/powerpoint/2010/main" val="26058580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522BC-A39D-4113-A7B2-E42EFA3A0056}"/>
              </a:ext>
            </a:extLst>
          </p:cNvPr>
          <p:cNvSpPr>
            <a:spLocks noGrp="1"/>
          </p:cNvSpPr>
          <p:nvPr>
            <p:ph type="title"/>
          </p:nvPr>
        </p:nvSpPr>
        <p:spPr>
          <a:xfrm>
            <a:off x="245099" y="187102"/>
            <a:ext cx="11862061" cy="524612"/>
          </a:xfrm>
          <a:solidFill>
            <a:srgbClr val="F3E7E9"/>
          </a:solidFill>
        </p:spPr>
        <p:txBody>
          <a:bodyPr>
            <a:normAutofit fontScale="90000"/>
          </a:bodyPr>
          <a:lstStyle/>
          <a:p>
            <a:pPr algn="ctr"/>
            <a:r>
              <a:rPr lang="en-GB" dirty="0"/>
              <a:t>Data Structure</a:t>
            </a:r>
            <a:endParaRPr lang="en-IN" dirty="0"/>
          </a:p>
        </p:txBody>
      </p:sp>
      <p:graphicFrame>
        <p:nvGraphicFramePr>
          <p:cNvPr id="6" name="Content Placeholder 5">
            <a:extLst>
              <a:ext uri="{FF2B5EF4-FFF2-40B4-BE49-F238E27FC236}">
                <a16:creationId xmlns:a16="http://schemas.microsoft.com/office/drawing/2014/main" id="{C06E9E4C-CDE7-4690-9034-BD6E552A7805}"/>
              </a:ext>
            </a:extLst>
          </p:cNvPr>
          <p:cNvGraphicFramePr>
            <a:graphicFrameLocks noGrp="1"/>
          </p:cNvGraphicFramePr>
          <p:nvPr>
            <p:ph idx="1"/>
            <p:extLst>
              <p:ext uri="{D42A27DB-BD31-4B8C-83A1-F6EECF244321}">
                <p14:modId xmlns:p14="http://schemas.microsoft.com/office/powerpoint/2010/main" val="32722862"/>
              </p:ext>
            </p:extLst>
          </p:nvPr>
        </p:nvGraphicFramePr>
        <p:xfrm>
          <a:off x="546755" y="933254"/>
          <a:ext cx="11208466" cy="5772269"/>
        </p:xfrm>
        <a:graphic>
          <a:graphicData uri="http://schemas.openxmlformats.org/drawingml/2006/table">
            <a:tbl>
              <a:tblPr/>
              <a:tblGrid>
                <a:gridCol w="739447">
                  <a:extLst>
                    <a:ext uri="{9D8B030D-6E8A-4147-A177-3AD203B41FA5}">
                      <a16:colId xmlns:a16="http://schemas.microsoft.com/office/drawing/2014/main" val="1429862328"/>
                    </a:ext>
                  </a:extLst>
                </a:gridCol>
                <a:gridCol w="651881">
                  <a:extLst>
                    <a:ext uri="{9D8B030D-6E8A-4147-A177-3AD203B41FA5}">
                      <a16:colId xmlns:a16="http://schemas.microsoft.com/office/drawing/2014/main" val="389251848"/>
                    </a:ext>
                  </a:extLst>
                </a:gridCol>
                <a:gridCol w="691995">
                  <a:extLst>
                    <a:ext uri="{9D8B030D-6E8A-4147-A177-3AD203B41FA5}">
                      <a16:colId xmlns:a16="http://schemas.microsoft.com/office/drawing/2014/main" val="3378535908"/>
                    </a:ext>
                  </a:extLst>
                </a:gridCol>
                <a:gridCol w="904974">
                  <a:extLst>
                    <a:ext uri="{9D8B030D-6E8A-4147-A177-3AD203B41FA5}">
                      <a16:colId xmlns:a16="http://schemas.microsoft.com/office/drawing/2014/main" val="1102501294"/>
                    </a:ext>
                  </a:extLst>
                </a:gridCol>
                <a:gridCol w="358676">
                  <a:extLst>
                    <a:ext uri="{9D8B030D-6E8A-4147-A177-3AD203B41FA5}">
                      <a16:colId xmlns:a16="http://schemas.microsoft.com/office/drawing/2014/main" val="666073008"/>
                    </a:ext>
                  </a:extLst>
                </a:gridCol>
                <a:gridCol w="535127">
                  <a:extLst>
                    <a:ext uri="{9D8B030D-6E8A-4147-A177-3AD203B41FA5}">
                      <a16:colId xmlns:a16="http://schemas.microsoft.com/office/drawing/2014/main" val="911518209"/>
                    </a:ext>
                  </a:extLst>
                </a:gridCol>
                <a:gridCol w="632422">
                  <a:extLst>
                    <a:ext uri="{9D8B030D-6E8A-4147-A177-3AD203B41FA5}">
                      <a16:colId xmlns:a16="http://schemas.microsoft.com/office/drawing/2014/main" val="3592442990"/>
                    </a:ext>
                  </a:extLst>
                </a:gridCol>
                <a:gridCol w="535127">
                  <a:extLst>
                    <a:ext uri="{9D8B030D-6E8A-4147-A177-3AD203B41FA5}">
                      <a16:colId xmlns:a16="http://schemas.microsoft.com/office/drawing/2014/main" val="3410306404"/>
                    </a:ext>
                  </a:extLst>
                </a:gridCol>
                <a:gridCol w="535127">
                  <a:extLst>
                    <a:ext uri="{9D8B030D-6E8A-4147-A177-3AD203B41FA5}">
                      <a16:colId xmlns:a16="http://schemas.microsoft.com/office/drawing/2014/main" val="2887552261"/>
                    </a:ext>
                  </a:extLst>
                </a:gridCol>
                <a:gridCol w="583774">
                  <a:extLst>
                    <a:ext uri="{9D8B030D-6E8A-4147-A177-3AD203B41FA5}">
                      <a16:colId xmlns:a16="http://schemas.microsoft.com/office/drawing/2014/main" val="1825442519"/>
                    </a:ext>
                  </a:extLst>
                </a:gridCol>
                <a:gridCol w="583774">
                  <a:extLst>
                    <a:ext uri="{9D8B030D-6E8A-4147-A177-3AD203B41FA5}">
                      <a16:colId xmlns:a16="http://schemas.microsoft.com/office/drawing/2014/main" val="27105207"/>
                    </a:ext>
                  </a:extLst>
                </a:gridCol>
                <a:gridCol w="583774">
                  <a:extLst>
                    <a:ext uri="{9D8B030D-6E8A-4147-A177-3AD203B41FA5}">
                      <a16:colId xmlns:a16="http://schemas.microsoft.com/office/drawing/2014/main" val="2843312080"/>
                    </a:ext>
                  </a:extLst>
                </a:gridCol>
                <a:gridCol w="583774">
                  <a:extLst>
                    <a:ext uri="{9D8B030D-6E8A-4147-A177-3AD203B41FA5}">
                      <a16:colId xmlns:a16="http://schemas.microsoft.com/office/drawing/2014/main" val="2961830910"/>
                    </a:ext>
                  </a:extLst>
                </a:gridCol>
                <a:gridCol w="583774">
                  <a:extLst>
                    <a:ext uri="{9D8B030D-6E8A-4147-A177-3AD203B41FA5}">
                      <a16:colId xmlns:a16="http://schemas.microsoft.com/office/drawing/2014/main" val="987142449"/>
                    </a:ext>
                  </a:extLst>
                </a:gridCol>
                <a:gridCol w="583774">
                  <a:extLst>
                    <a:ext uri="{9D8B030D-6E8A-4147-A177-3AD203B41FA5}">
                      <a16:colId xmlns:a16="http://schemas.microsoft.com/office/drawing/2014/main" val="89102285"/>
                    </a:ext>
                  </a:extLst>
                </a:gridCol>
                <a:gridCol w="953498">
                  <a:extLst>
                    <a:ext uri="{9D8B030D-6E8A-4147-A177-3AD203B41FA5}">
                      <a16:colId xmlns:a16="http://schemas.microsoft.com/office/drawing/2014/main" val="1529907522"/>
                    </a:ext>
                  </a:extLst>
                </a:gridCol>
                <a:gridCol w="583774">
                  <a:extLst>
                    <a:ext uri="{9D8B030D-6E8A-4147-A177-3AD203B41FA5}">
                      <a16:colId xmlns:a16="http://schemas.microsoft.com/office/drawing/2014/main" val="3272639371"/>
                    </a:ext>
                  </a:extLst>
                </a:gridCol>
                <a:gridCol w="583774">
                  <a:extLst>
                    <a:ext uri="{9D8B030D-6E8A-4147-A177-3AD203B41FA5}">
                      <a16:colId xmlns:a16="http://schemas.microsoft.com/office/drawing/2014/main" val="2990670855"/>
                    </a:ext>
                  </a:extLst>
                </a:gridCol>
              </a:tblGrid>
              <a:tr h="592540">
                <a:tc>
                  <a:txBody>
                    <a:bodyPr/>
                    <a:lstStyle/>
                    <a:p>
                      <a:pPr algn="l" fontAlgn="b"/>
                      <a:r>
                        <a:rPr lang="en-IN" sz="1200" b="0" i="0" u="none" strike="noStrike" dirty="0">
                          <a:solidFill>
                            <a:srgbClr val="548235"/>
                          </a:solidFill>
                          <a:effectLst/>
                          <a:latin typeface="Calibri" panose="020F0502020204030204" pitchFamily="34" charset="0"/>
                        </a:rPr>
                        <a:t>Administrative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IN" sz="1200" b="0" i="0" u="none" strike="noStrike">
                          <a:solidFill>
                            <a:srgbClr val="548235"/>
                          </a:solidFill>
                          <a:effectLst/>
                          <a:latin typeface="Calibri" panose="020F0502020204030204" pitchFamily="34" charset="0"/>
                        </a:rPr>
                        <a:t>Administrative_Duration</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IN" sz="1200" b="0" i="0" u="none" strike="noStrike">
                          <a:solidFill>
                            <a:srgbClr val="548235"/>
                          </a:solidFill>
                          <a:effectLst/>
                          <a:latin typeface="Calibri" panose="020F0502020204030204" pitchFamily="34" charset="0"/>
                        </a:rPr>
                        <a:t>Informational</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IN" sz="1200" b="0" i="0" u="none" strike="noStrike" dirty="0" err="1">
                          <a:solidFill>
                            <a:srgbClr val="548235"/>
                          </a:solidFill>
                          <a:effectLst/>
                          <a:latin typeface="Calibri" panose="020F0502020204030204" pitchFamily="34" charset="0"/>
                        </a:rPr>
                        <a:t>Informational_Duration</a:t>
                      </a:r>
                      <a:endParaRPr lang="en-IN" sz="1200" b="0" i="0" u="none" strike="noStrike" dirty="0">
                        <a:solidFill>
                          <a:srgbClr val="548235"/>
                        </a:solidFill>
                        <a:effectLst/>
                        <a:latin typeface="Calibri" panose="020F0502020204030204" pitchFamily="34" charset="0"/>
                      </a:endParaRP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IN" sz="1200" b="0" i="0" u="none" strike="noStrike">
                          <a:solidFill>
                            <a:srgbClr val="548235"/>
                          </a:solidFill>
                          <a:effectLst/>
                          <a:latin typeface="Calibri" panose="020F0502020204030204" pitchFamily="34" charset="0"/>
                        </a:rPr>
                        <a:t>ProductRelated</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IN" sz="1200" b="0" i="0" u="none" strike="noStrike">
                          <a:solidFill>
                            <a:srgbClr val="548235"/>
                          </a:solidFill>
                          <a:effectLst/>
                          <a:latin typeface="Calibri" panose="020F0502020204030204" pitchFamily="34" charset="0"/>
                        </a:rPr>
                        <a:t>ProductRelated_Duration</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IN" sz="1200" b="0" i="0" u="none" strike="noStrike" dirty="0" err="1">
                          <a:solidFill>
                            <a:srgbClr val="548235"/>
                          </a:solidFill>
                          <a:effectLst/>
                          <a:latin typeface="Calibri" panose="020F0502020204030204" pitchFamily="34" charset="0"/>
                        </a:rPr>
                        <a:t>BounceRates</a:t>
                      </a:r>
                      <a:endParaRPr lang="en-IN" sz="1200" b="0" i="0" u="none" strike="noStrike" dirty="0">
                        <a:solidFill>
                          <a:srgbClr val="548235"/>
                        </a:solidFill>
                        <a:effectLst/>
                        <a:latin typeface="Calibri" panose="020F0502020204030204" pitchFamily="34" charset="0"/>
                      </a:endParaRP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IN" sz="1200" b="0" i="0" u="none" strike="noStrike">
                          <a:solidFill>
                            <a:srgbClr val="548235"/>
                          </a:solidFill>
                          <a:effectLst/>
                          <a:latin typeface="Calibri" panose="020F0502020204030204" pitchFamily="34" charset="0"/>
                        </a:rPr>
                        <a:t>ExitRates</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IN" sz="1200" b="0" i="0" u="none" strike="noStrike" dirty="0" err="1">
                          <a:solidFill>
                            <a:srgbClr val="548235"/>
                          </a:solidFill>
                          <a:effectLst/>
                          <a:latin typeface="Calibri" panose="020F0502020204030204" pitchFamily="34" charset="0"/>
                        </a:rPr>
                        <a:t>PageValues</a:t>
                      </a:r>
                      <a:endParaRPr lang="en-IN" sz="1200" b="0" i="0" u="none" strike="noStrike" dirty="0">
                        <a:solidFill>
                          <a:srgbClr val="548235"/>
                        </a:solidFill>
                        <a:effectLst/>
                        <a:latin typeface="Calibri" panose="020F0502020204030204" pitchFamily="34" charset="0"/>
                      </a:endParaRP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IN" sz="1200" b="0" i="0" u="none" strike="noStrike">
                          <a:solidFill>
                            <a:srgbClr val="548235"/>
                          </a:solidFill>
                          <a:effectLst/>
                          <a:latin typeface="Calibri" panose="020F0502020204030204" pitchFamily="34" charset="0"/>
                        </a:rPr>
                        <a:t>SpecialDay</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IN" sz="1200" b="0" i="0" u="none" strike="noStrike" dirty="0">
                          <a:solidFill>
                            <a:srgbClr val="548235"/>
                          </a:solidFill>
                          <a:effectLst/>
                          <a:latin typeface="Calibri" panose="020F0502020204030204" pitchFamily="34" charset="0"/>
                        </a:rPr>
                        <a:t>Month</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IN" sz="1200" b="0" i="0" u="none" strike="noStrike">
                          <a:solidFill>
                            <a:srgbClr val="548235"/>
                          </a:solidFill>
                          <a:effectLst/>
                          <a:latin typeface="Calibri" panose="020F0502020204030204" pitchFamily="34" charset="0"/>
                        </a:rPr>
                        <a:t>OperatingSystems</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IN" sz="1200" b="0" i="0" u="none" strike="noStrike" dirty="0">
                          <a:solidFill>
                            <a:srgbClr val="548235"/>
                          </a:solidFill>
                          <a:effectLst/>
                          <a:latin typeface="Calibri" panose="020F0502020204030204" pitchFamily="34" charset="0"/>
                        </a:rPr>
                        <a:t>Browser</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IN" sz="1200" b="0" i="0" u="none" strike="noStrike" dirty="0">
                          <a:solidFill>
                            <a:srgbClr val="548235"/>
                          </a:solidFill>
                          <a:effectLst/>
                          <a:latin typeface="Calibri" panose="020F0502020204030204" pitchFamily="34" charset="0"/>
                        </a:rPr>
                        <a:t>Region</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IN" sz="1200" b="0" i="0" u="none" strike="noStrike" dirty="0" err="1">
                          <a:solidFill>
                            <a:srgbClr val="548235"/>
                          </a:solidFill>
                          <a:effectLst/>
                          <a:latin typeface="Calibri" panose="020F0502020204030204" pitchFamily="34" charset="0"/>
                        </a:rPr>
                        <a:t>TrafficType</a:t>
                      </a:r>
                      <a:endParaRPr lang="en-IN" sz="1200" b="0" i="0" u="none" strike="noStrike" dirty="0">
                        <a:solidFill>
                          <a:srgbClr val="548235"/>
                        </a:solidFill>
                        <a:effectLst/>
                        <a:latin typeface="Calibri" panose="020F0502020204030204" pitchFamily="34" charset="0"/>
                      </a:endParaRP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IN" sz="1200" b="0" i="0" u="none" strike="noStrike" dirty="0" err="1">
                          <a:solidFill>
                            <a:srgbClr val="548235"/>
                          </a:solidFill>
                          <a:effectLst/>
                          <a:latin typeface="Calibri" panose="020F0502020204030204" pitchFamily="34" charset="0"/>
                        </a:rPr>
                        <a:t>VisitorType</a:t>
                      </a:r>
                      <a:endParaRPr lang="en-IN" sz="1200" b="0" i="0" u="none" strike="noStrike" dirty="0">
                        <a:solidFill>
                          <a:srgbClr val="548235"/>
                        </a:solidFill>
                        <a:effectLst/>
                        <a:latin typeface="Calibri" panose="020F0502020204030204" pitchFamily="34" charset="0"/>
                      </a:endParaRP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IN" sz="1200" b="0" i="0" u="none" strike="noStrike" dirty="0">
                          <a:solidFill>
                            <a:srgbClr val="548235"/>
                          </a:solidFill>
                          <a:effectLst/>
                          <a:latin typeface="Calibri" panose="020F0502020204030204" pitchFamily="34" charset="0"/>
                        </a:rPr>
                        <a:t>Weekend</a:t>
                      </a:r>
                    </a:p>
                  </a:txBody>
                  <a:tcPr marL="5477" marR="5477" marT="5477"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IN" sz="1200" b="0" i="0" u="none" strike="noStrike" dirty="0">
                          <a:solidFill>
                            <a:srgbClr val="548235"/>
                          </a:solidFill>
                          <a:effectLst/>
                          <a:latin typeface="Calibri" panose="020F0502020204030204" pitchFamily="34" charset="0"/>
                        </a:rPr>
                        <a:t>Revenue</a:t>
                      </a:r>
                    </a:p>
                  </a:txBody>
                  <a:tcPr marL="5477" marR="5477" marT="5477"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1144101987"/>
                  </a:ext>
                </a:extLst>
              </a:tr>
              <a:tr h="209803">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dirty="0">
                          <a:solidFill>
                            <a:srgbClr val="000000"/>
                          </a:solidFill>
                          <a:effectLst/>
                          <a:latin typeface="Calibri" panose="020F0502020204030204" pitchFamily="34" charset="0"/>
                        </a:rPr>
                        <a:t>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dirty="0">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Feb</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Returning_Visitor</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39786410"/>
                  </a:ext>
                </a:extLst>
              </a:tr>
              <a:tr h="209803">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64</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Feb</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Returning_Visitor</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44036300"/>
                  </a:ext>
                </a:extLst>
              </a:tr>
              <a:tr h="209803">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Feb</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4</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9</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3</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Returning_Visitor</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99432606"/>
                  </a:ext>
                </a:extLst>
              </a:tr>
              <a:tr h="209803">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2.6666667</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0.05</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0.14</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Feb</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3</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4</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Returning_Visitor</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79682428"/>
                  </a:ext>
                </a:extLst>
              </a:tr>
              <a:tr h="209803">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627.5</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0.02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0.05</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Feb</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3</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3</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4</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Returning_Visitor</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TRUE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74147553"/>
                  </a:ext>
                </a:extLst>
              </a:tr>
              <a:tr h="209803">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19</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154.21667</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0.015789474</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0.0245614</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Feb</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3</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Returning_Visitor</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5692028"/>
                  </a:ext>
                </a:extLst>
              </a:tr>
              <a:tr h="209803">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0.4</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Feb</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4</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3</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3</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Returning_Visitor</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65994949"/>
                  </a:ext>
                </a:extLst>
              </a:tr>
              <a:tr h="209803">
                <a:tc>
                  <a:txBody>
                    <a:bodyPr/>
                    <a:lstStyle/>
                    <a:p>
                      <a:pPr algn="r" fontAlgn="b"/>
                      <a:r>
                        <a:rPr lang="en-IN" sz="800" b="0" i="0" u="none" strike="noStrike">
                          <a:solidFill>
                            <a:srgbClr val="000000"/>
                          </a:solidFill>
                          <a:effectLst/>
                          <a:latin typeface="Calibri" panose="020F0502020204030204" pitchFamily="34" charset="0"/>
                        </a:rPr>
                        <a:t>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Feb</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5</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Returning_Visitor</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TRUE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1100201"/>
                  </a:ext>
                </a:extLst>
              </a:tr>
              <a:tr h="209803">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37</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0.8</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Feb</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3</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Returning_Visitor</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00316183"/>
                  </a:ext>
                </a:extLst>
              </a:tr>
              <a:tr h="209803">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3</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738</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0.0222222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0.4</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Feb</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4</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Returning_Visitor</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55382645"/>
                  </a:ext>
                </a:extLst>
              </a:tr>
              <a:tr h="209803">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3</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395</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0.0666667</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Feb</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3</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3</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Returning_Visitor</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62363076"/>
                  </a:ext>
                </a:extLst>
              </a:tr>
              <a:tr h="209803">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16</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407.75</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0.01875</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0.0258333</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0.4</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Feb</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4</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3</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Returning_Visitor</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72416281"/>
                  </a:ext>
                </a:extLst>
              </a:tr>
              <a:tr h="209803">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7</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280.5</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0.0285714</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Feb</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3</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Returning_Visitor</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62642413"/>
                  </a:ext>
                </a:extLst>
              </a:tr>
              <a:tr h="209803">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6</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98</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0.0666667</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Feb</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5</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3</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Returning_Visitor</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87088677"/>
                  </a:ext>
                </a:extLst>
              </a:tr>
              <a:tr h="209803">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68</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Feb</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3</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3</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3</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Returning_Visitor</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79810318"/>
                  </a:ext>
                </a:extLst>
              </a:tr>
              <a:tr h="209803">
                <a:tc>
                  <a:txBody>
                    <a:bodyPr/>
                    <a:lstStyle/>
                    <a:p>
                      <a:pPr algn="r" fontAlgn="b"/>
                      <a:r>
                        <a:rPr lang="en-IN" sz="800" b="0" i="0" u="none" strike="noStrike">
                          <a:solidFill>
                            <a:srgbClr val="000000"/>
                          </a:solidFill>
                          <a:effectLst/>
                          <a:latin typeface="Calibri" panose="020F0502020204030204" pitchFamily="34" charset="0"/>
                        </a:rPr>
                        <a:t>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53</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23</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1668.2851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0.008333333</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0.0163126</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Feb</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9</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3</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Returning_Visitor</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82968701"/>
                  </a:ext>
                </a:extLst>
              </a:tr>
              <a:tr h="209803">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Feb</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4</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3</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Returning_Visitor</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62688791"/>
                  </a:ext>
                </a:extLst>
              </a:tr>
              <a:tr h="209803">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13</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334.96667</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0.0076923</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Feb</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4</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Returning_Visitor</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TRUE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56284372"/>
                  </a:ext>
                </a:extLst>
              </a:tr>
              <a:tr h="209803">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32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Feb</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3</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Returning_Visitor</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22228827"/>
                  </a:ext>
                </a:extLst>
              </a:tr>
              <a:tr h="209803">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20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2981.1667</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0.01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Feb</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4</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4</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4</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Returning_Visitor</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88971136"/>
                  </a:ext>
                </a:extLst>
              </a:tr>
              <a:tr h="209803">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8</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136.16667</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0.0083333</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Feb</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5</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Returning_Visitor</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TRUE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10716091"/>
                  </a:ext>
                </a:extLst>
              </a:tr>
              <a:tr h="209803">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Feb</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3</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3</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3</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Returning_Visitor</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54005234"/>
                  </a:ext>
                </a:extLst>
              </a:tr>
              <a:tr h="209803">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3</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105</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0.0333333</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Feb</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3</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5</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Returning_Visitor</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46762170"/>
                  </a:ext>
                </a:extLst>
              </a:tr>
              <a:tr h="209803">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15</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0.8</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Feb</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2</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4</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1</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800" b="0" i="0" u="none" strike="noStrike">
                          <a:solidFill>
                            <a:srgbClr val="000000"/>
                          </a:solidFill>
                          <a:effectLst/>
                          <a:latin typeface="Calibri" panose="020F0502020204030204" pitchFamily="34" charset="0"/>
                        </a:rPr>
                        <a:t>3</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a:solidFill>
                            <a:srgbClr val="000000"/>
                          </a:solidFill>
                          <a:effectLst/>
                          <a:latin typeface="Calibri" panose="020F0502020204030204" pitchFamily="34" charset="0"/>
                        </a:rPr>
                        <a:t>Returning_Visitor</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800" b="0" i="0" u="none" strike="noStrike" dirty="0">
                          <a:solidFill>
                            <a:srgbClr val="000000"/>
                          </a:solidFill>
                          <a:effectLst/>
                          <a:latin typeface="Calibri" panose="020F0502020204030204" pitchFamily="34" charset="0"/>
                        </a:rPr>
                        <a:t>FALSE</a:t>
                      </a:r>
                    </a:p>
                  </a:txBody>
                  <a:tcPr marL="5477" marR="5477" marT="547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97986292"/>
                  </a:ext>
                </a:extLst>
              </a:tr>
            </a:tbl>
          </a:graphicData>
        </a:graphic>
      </p:graphicFrame>
    </p:spTree>
    <p:extLst>
      <p:ext uri="{BB962C8B-B14F-4D97-AF65-F5344CB8AC3E}">
        <p14:creationId xmlns:p14="http://schemas.microsoft.com/office/powerpoint/2010/main" val="3809078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07F69AD-48C9-49D8-BB69-79A4B81B568C}"/>
              </a:ext>
            </a:extLst>
          </p:cNvPr>
          <p:cNvSpPr>
            <a:spLocks noGrp="1"/>
          </p:cNvSpPr>
          <p:nvPr>
            <p:ph type="title"/>
          </p:nvPr>
        </p:nvSpPr>
        <p:spPr>
          <a:xfrm>
            <a:off x="3860231" y="804863"/>
            <a:ext cx="4785862" cy="840230"/>
          </a:xfrm>
          <a:prstGeom prst="rect">
            <a:avLst/>
          </a:prstGeom>
          <a:noFill/>
        </p:spPr>
        <p:txBody>
          <a:bodyPr wrap="none" lIns="91440" tIns="45720" rIns="91440" bIns="45720">
            <a:spAutoFit/>
          </a:bodyPr>
          <a:lstStyle/>
          <a:p>
            <a:pPr algn="ctr"/>
            <a:r>
              <a:rPr lang="en-US" sz="5400" cap="none" dirty="0">
                <a:ln w="0"/>
                <a:solidFill>
                  <a:schemeClr val="accent1"/>
                </a:solidFill>
                <a:effectLst>
                  <a:outerShdw blurRad="38100" dist="25400" dir="5400000" algn="ctr" rotWithShape="0">
                    <a:srgbClr val="6E747A">
                      <a:alpha val="43000"/>
                    </a:srgbClr>
                  </a:outerShdw>
                </a:effectLst>
                <a:latin typeface="Arial Black" panose="020B0A04020102020204" pitchFamily="34" charset="0"/>
              </a:rPr>
              <a:t>Instructions</a:t>
            </a:r>
            <a:endParaRPr lang="en-US" sz="5400" b="0" cap="none" spc="0" dirty="0">
              <a:ln w="0"/>
              <a:solidFill>
                <a:schemeClr val="accent1"/>
              </a:solidFill>
              <a:effectLst>
                <a:outerShdw blurRad="38100" dist="25400" dir="5400000" algn="ctr" rotWithShape="0">
                  <a:srgbClr val="6E747A">
                    <a:alpha val="43000"/>
                  </a:srgbClr>
                </a:outerShdw>
              </a:effectLst>
              <a:latin typeface="Arial Black" panose="020B0A04020102020204" pitchFamily="34" charset="0"/>
            </a:endParaRPr>
          </a:p>
        </p:txBody>
      </p:sp>
      <p:sp>
        <p:nvSpPr>
          <p:cNvPr id="3" name="Content Placeholder 2">
            <a:extLst>
              <a:ext uri="{FF2B5EF4-FFF2-40B4-BE49-F238E27FC236}">
                <a16:creationId xmlns:a16="http://schemas.microsoft.com/office/drawing/2014/main" id="{E4D02A31-33C1-43FC-BAD6-AC4E642E6DBA}"/>
              </a:ext>
            </a:extLst>
          </p:cNvPr>
          <p:cNvSpPr>
            <a:spLocks noGrp="1"/>
          </p:cNvSpPr>
          <p:nvPr>
            <p:ph idx="1"/>
          </p:nvPr>
        </p:nvSpPr>
        <p:spPr/>
        <p:txBody>
          <a:bodyPr>
            <a:normAutofit fontScale="92500" lnSpcReduction="10000"/>
          </a:bodyPr>
          <a:lstStyle/>
          <a:p>
            <a:r>
              <a:rPr lang="en-GB" dirty="0"/>
              <a:t>The dataset will be given through a drive link mentioned below</a:t>
            </a:r>
          </a:p>
          <a:p>
            <a:r>
              <a:rPr lang="en-GB">
                <a:hlinkClick r:id="rId2"/>
              </a:rPr>
              <a:t>https://drive.google.com/drive/folders/1PTCIuFn1mDG78fXPygN43kcpajN7ah6s?usp=share_link</a:t>
            </a:r>
            <a:endParaRPr lang="en-GB"/>
          </a:p>
          <a:p>
            <a:r>
              <a:rPr lang="en-GB"/>
              <a:t>You </a:t>
            </a:r>
            <a:r>
              <a:rPr lang="en-GB" dirty="0"/>
              <a:t>have to submit the project with a Ppt presentation by Sunday 6 Pm, 29</a:t>
            </a:r>
            <a:r>
              <a:rPr lang="en-GB" baseline="30000" dirty="0"/>
              <a:t>th</a:t>
            </a:r>
            <a:r>
              <a:rPr lang="en-GB" dirty="0"/>
              <a:t> Jan 23.</a:t>
            </a:r>
          </a:p>
          <a:p>
            <a:r>
              <a:rPr lang="en-GB" dirty="0"/>
              <a:t>Kindly submit your ‘</a:t>
            </a:r>
            <a:r>
              <a:rPr lang="en-GB" dirty="0" err="1"/>
              <a:t>XYZ.ipynb</a:t>
            </a:r>
            <a:r>
              <a:rPr lang="en-GB" dirty="0"/>
              <a:t>’ file and ‘XYZ.pnt’ to sagar</a:t>
            </a:r>
            <a:r>
              <a:rPr lang="en-GB" dirty="0">
                <a:hlinkClick r:id="rId3"/>
              </a:rPr>
              <a:t>@learnbay.co</a:t>
            </a:r>
            <a:r>
              <a:rPr lang="en-GB" dirty="0"/>
              <a:t> within the timeframe, submission of the project after the due date will be considered disqualified. Late submission will be considered with a valid reason.</a:t>
            </a:r>
          </a:p>
          <a:p>
            <a:r>
              <a:rPr lang="en-GB" dirty="0"/>
              <a:t>After submission of the project you’ll get 15 days of slot booking time for project presentation.</a:t>
            </a:r>
          </a:p>
          <a:p>
            <a:endParaRPr lang="en-GB" dirty="0"/>
          </a:p>
          <a:p>
            <a:endParaRPr lang="en-IN" dirty="0"/>
          </a:p>
        </p:txBody>
      </p:sp>
    </p:spTree>
    <p:extLst>
      <p:ext uri="{BB962C8B-B14F-4D97-AF65-F5344CB8AC3E}">
        <p14:creationId xmlns:p14="http://schemas.microsoft.com/office/powerpoint/2010/main" val="19393139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185</TotalTime>
  <Words>1344</Words>
  <Application>Microsoft Office PowerPoint</Application>
  <PresentationFormat>Widescreen</PresentationFormat>
  <Paragraphs>499</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Arial Black</vt:lpstr>
      <vt:lpstr>Calibri</vt:lpstr>
      <vt:lpstr>Calibri Light</vt:lpstr>
      <vt:lpstr>Office Theme</vt:lpstr>
      <vt:lpstr>PowerPoint Presentation</vt:lpstr>
      <vt:lpstr>PowerPoint Presentation</vt:lpstr>
      <vt:lpstr>PowerPoint Presentation</vt:lpstr>
      <vt:lpstr>Data Dictionary</vt:lpstr>
      <vt:lpstr>Data Dictionary</vt:lpstr>
      <vt:lpstr>Data Dictionary</vt:lpstr>
      <vt:lpstr>Data Dictionary</vt:lpstr>
      <vt:lpstr>PowerPoint Presentation</vt:lpstr>
      <vt:lpstr>Data Structure</vt:lpstr>
      <vt:lpstr>Instructions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STANLEY</dc:creator>
  <cp:lastModifiedBy>STANLEY</cp:lastModifiedBy>
  <cp:revision>12</cp:revision>
  <dcterms:created xsi:type="dcterms:W3CDTF">2022-11-21T05:42:27Z</dcterms:created>
  <dcterms:modified xsi:type="dcterms:W3CDTF">2023-01-20T17:10:42Z</dcterms:modified>
</cp:coreProperties>
</file>